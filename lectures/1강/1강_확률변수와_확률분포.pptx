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5" r:id="rId2"/>
    <p:sldId id="681" r:id="rId3"/>
    <p:sldId id="682" r:id="rId4"/>
    <p:sldId id="683" r:id="rId5"/>
    <p:sldId id="684" r:id="rId6"/>
    <p:sldId id="685" r:id="rId7"/>
    <p:sldId id="686" r:id="rId8"/>
    <p:sldId id="687" r:id="rId9"/>
    <p:sldId id="688" r:id="rId10"/>
    <p:sldId id="689" r:id="rId11"/>
    <p:sldId id="690" r:id="rId12"/>
    <p:sldId id="691" r:id="rId13"/>
    <p:sldId id="692" r:id="rId14"/>
    <p:sldId id="693" r:id="rId15"/>
    <p:sldId id="694" r:id="rId16"/>
    <p:sldId id="695" r:id="rId17"/>
    <p:sldId id="696" r:id="rId18"/>
    <p:sldId id="6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528" userDrawn="1">
          <p15:clr>
            <a:srgbClr val="A4A3A4"/>
          </p15:clr>
        </p15:guide>
        <p15:guide id="5" pos="71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13938"/>
    <a:srgbClr val="444444"/>
    <a:srgbClr val="EBEBEB"/>
    <a:srgbClr val="DC6555"/>
    <a:srgbClr val="E59046"/>
    <a:srgbClr val="FFC63D"/>
    <a:srgbClr val="98DC55"/>
    <a:srgbClr val="4DD6B0"/>
    <a:srgbClr val="5EB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59" autoAdjust="0"/>
    <p:restoredTop sz="94434" autoAdjust="0"/>
  </p:normalViewPr>
  <p:slideViewPr>
    <p:cSldViewPr snapToGrid="0" snapToObjects="1" showGuides="1">
      <p:cViewPr varScale="1">
        <p:scale>
          <a:sx n="76" d="100"/>
          <a:sy n="76" d="100"/>
        </p:scale>
        <p:origin x="84" y="612"/>
      </p:cViewPr>
      <p:guideLst>
        <p:guide orient="horz" pos="2160"/>
        <p:guide pos="3840"/>
        <p:guide pos="528"/>
        <p:guide pos="7152"/>
      </p:guideLst>
    </p:cSldViewPr>
  </p:slideViewPr>
  <p:outlineViewPr>
    <p:cViewPr>
      <p:scale>
        <a:sx n="33" d="100"/>
        <a:sy n="33" d="100"/>
      </p:scale>
      <p:origin x="0" y="-303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-1104"/>
    </p:cViewPr>
  </p:sorterViewPr>
  <p:notesViewPr>
    <p:cSldViewPr snapToGrid="0" snapToObjects="1" showGuides="1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827B8-2BB7-4158-8A90-7164DF804702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BDC4E-7609-4D29-9DA7-2472037E3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252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A9535-7DF4-4A59-BFBD-8FBABDEF81E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7E267-223F-4B82-A91E-26571AA81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47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인사 후 오늘 배울 내용이 '통계' 단원의 출발점임을 알려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학습 목표 2가지를 함께 읽고, 아래 4단계 흐름을 미리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학생들에게 직접 표본공간을 말해 보게 합니다. H=앞면, T=뒷면.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영상이 자동 재생됩니다. 화살표가 하나씩 이어질 때 'HT와 TH는 같은 값 1로 간다'는 점을 짚어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자판기 비유: 버튼 = 근원사건, 가격 = X의 값. 같은 가격의 음료가 여러 개일 수 있듯 HT, TH 모두 X=1.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용어(이산확률변수, 확률분포, 확률질량함수)를 차례로 정의합니다. 확률질량함수는 '값 → 확률'의 함수.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영상: 막대가 자란 뒤 오른쪽으로 쌓여 높이 1이 됩니다. '확률을 모두 더하면 1'을 눈으로 확인시킵니다.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피자 비유: 피자 한 판(=1)을 여러 조각으로 나눠도 조각을 모두 모으면 다시 한 판. 조각 하나는 한 판보다 클 수 없다(0 ≤ p ≤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영상: 공을 꺼내는 몇 가지 경우를 보여 준 뒤 분포 막대가 나타납니다. 분모 5C2 = 10. 합이 1인지 꼭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같은 높이를 오르는 두 방법. 계단은 칸과 칸 사이에 설 수 없지만(이산), 경사로는 어느 높이에나 설 수 있다(연속).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영상: 막대 5개 → 10 → 20 → 50개로 쪼개면 윗변이 매끄러운 곡선에 가까워집니다. 이 곡선이 확률밀도함수.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영상: 색칠한 넓이가 0부터 10까지 늘어나며 확률이 0 → 1로 변하고, 다시 3에서 멈춰 3/10을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이산: 확률의 '합' / 연속: 그래프 아래 '넓이'. 특정 한 값의 확률은 0이라는 점도 덧붙입니다.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추: 무게가 몇 개의 점에 몰려 있다 → 각 값에 확률이 있음. 모래: 무게가 고르게 퍼져 있어 '한 알갱이'의 무게는 거의 0 → 구간(넓이)으로 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5분 정도 시간을 주고 풀게 한 뒤 다음 슬라이드에서 정답을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정답 확인 후, 오른쪽 정리로 수업을 마무리합니다. 다음 시간 예고: 기댓값과 표준편차.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CC BY / BY-SA 사진은 출처를 표시하면 수업 자료로 사용할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414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tIns="137160">
            <a:norm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</p:spTree>
    <p:extLst>
      <p:ext uri="{BB962C8B-B14F-4D97-AF65-F5344CB8AC3E}">
        <p14:creationId xmlns:p14="http://schemas.microsoft.com/office/powerpoint/2010/main" val="306018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467140" y="4153167"/>
            <a:ext cx="1257720" cy="1257720"/>
          </a:xfrm>
          <a:custGeom>
            <a:avLst/>
            <a:gdLst>
              <a:gd name="connsiteX0" fmla="*/ 628860 w 1257720"/>
              <a:gd name="connsiteY0" fmla="*/ 0 h 1257720"/>
              <a:gd name="connsiteX1" fmla="*/ 1257720 w 1257720"/>
              <a:gd name="connsiteY1" fmla="*/ 628860 h 1257720"/>
              <a:gd name="connsiteX2" fmla="*/ 628860 w 1257720"/>
              <a:gd name="connsiteY2" fmla="*/ 1257720 h 1257720"/>
              <a:gd name="connsiteX3" fmla="*/ 0 w 1257720"/>
              <a:gd name="connsiteY3" fmla="*/ 628860 h 1257720"/>
              <a:gd name="connsiteX4" fmla="*/ 628860 w 1257720"/>
              <a:gd name="connsiteY4" fmla="*/ 0 h 125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7720" h="1257720">
                <a:moveTo>
                  <a:pt x="628860" y="0"/>
                </a:moveTo>
                <a:cubicBezTo>
                  <a:pt x="976170" y="0"/>
                  <a:pt x="1257720" y="281550"/>
                  <a:pt x="1257720" y="628860"/>
                </a:cubicBezTo>
                <a:cubicBezTo>
                  <a:pt x="1257720" y="976170"/>
                  <a:pt x="976170" y="1257720"/>
                  <a:pt x="628860" y="1257720"/>
                </a:cubicBezTo>
                <a:cubicBezTo>
                  <a:pt x="281550" y="1257720"/>
                  <a:pt x="0" y="976170"/>
                  <a:pt x="0" y="628860"/>
                </a:cubicBezTo>
                <a:cubicBezTo>
                  <a:pt x="0" y="281550"/>
                  <a:pt x="281550" y="0"/>
                  <a:pt x="62886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</p:spTree>
    <p:extLst>
      <p:ext uri="{BB962C8B-B14F-4D97-AF65-F5344CB8AC3E}">
        <p14:creationId xmlns:p14="http://schemas.microsoft.com/office/powerpoint/2010/main" val="253486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1195809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3843878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6491948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140017" y="1908403"/>
            <a:ext cx="1856174" cy="1856174"/>
          </a:xfrm>
          <a:custGeom>
            <a:avLst/>
            <a:gdLst>
              <a:gd name="connsiteX0" fmla="*/ 928087 w 1856174"/>
              <a:gd name="connsiteY0" fmla="*/ 0 h 1856174"/>
              <a:gd name="connsiteX1" fmla="*/ 1856174 w 1856174"/>
              <a:gd name="connsiteY1" fmla="*/ 928087 h 1856174"/>
              <a:gd name="connsiteX2" fmla="*/ 928087 w 1856174"/>
              <a:gd name="connsiteY2" fmla="*/ 1856174 h 1856174"/>
              <a:gd name="connsiteX3" fmla="*/ 0 w 1856174"/>
              <a:gd name="connsiteY3" fmla="*/ 928087 h 1856174"/>
              <a:gd name="connsiteX4" fmla="*/ 928087 w 1856174"/>
              <a:gd name="connsiteY4" fmla="*/ 0 h 185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6174" h="1856174">
                <a:moveTo>
                  <a:pt x="928087" y="0"/>
                </a:moveTo>
                <a:cubicBezTo>
                  <a:pt x="1440655" y="0"/>
                  <a:pt x="1856174" y="415519"/>
                  <a:pt x="1856174" y="928087"/>
                </a:cubicBezTo>
                <a:cubicBezTo>
                  <a:pt x="1856174" y="1440655"/>
                  <a:pt x="1440655" y="1856174"/>
                  <a:pt x="928087" y="1856174"/>
                </a:cubicBezTo>
                <a:cubicBezTo>
                  <a:pt x="415519" y="1856174"/>
                  <a:pt x="0" y="1440655"/>
                  <a:pt x="0" y="928087"/>
                </a:cubicBezTo>
                <a:cubicBezTo>
                  <a:pt x="0" y="415519"/>
                  <a:pt x="415519" y="0"/>
                  <a:pt x="928087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</p:spTree>
    <p:extLst>
      <p:ext uri="{BB962C8B-B14F-4D97-AF65-F5344CB8AC3E}">
        <p14:creationId xmlns:p14="http://schemas.microsoft.com/office/powerpoint/2010/main" val="7213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838201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3646714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6455228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263743" y="1883927"/>
            <a:ext cx="2090057" cy="2090057"/>
          </a:xfrm>
          <a:custGeom>
            <a:avLst/>
            <a:gdLst>
              <a:gd name="connsiteX0" fmla="*/ 0 w 2090057"/>
              <a:gd name="connsiteY0" fmla="*/ 0 h 2090057"/>
              <a:gd name="connsiteX1" fmla="*/ 2090057 w 2090057"/>
              <a:gd name="connsiteY1" fmla="*/ 0 h 2090057"/>
              <a:gd name="connsiteX2" fmla="*/ 2090057 w 2090057"/>
              <a:gd name="connsiteY2" fmla="*/ 2090057 h 2090057"/>
              <a:gd name="connsiteX3" fmla="*/ 0 w 2090057"/>
              <a:gd name="connsiteY3" fmla="*/ 2090057 h 209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0057" h="2090057">
                <a:moveTo>
                  <a:pt x="0" y="0"/>
                </a:moveTo>
                <a:lnTo>
                  <a:pt x="2090057" y="0"/>
                </a:lnTo>
                <a:lnTo>
                  <a:pt x="2090057" y="2090057"/>
                </a:lnTo>
                <a:lnTo>
                  <a:pt x="0" y="20900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95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 hasCustomPrompt="1"/>
          </p:nvPr>
        </p:nvSpPr>
        <p:spPr>
          <a:xfrm>
            <a:off x="4282333" y="1884937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1" hasCustomPrompt="1"/>
          </p:nvPr>
        </p:nvSpPr>
        <p:spPr>
          <a:xfrm>
            <a:off x="6150990" y="1884937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4282333" y="4167134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3" hasCustomPrompt="1"/>
          </p:nvPr>
        </p:nvSpPr>
        <p:spPr>
          <a:xfrm>
            <a:off x="6150990" y="4167134"/>
            <a:ext cx="1707485" cy="1707485"/>
          </a:xfrm>
          <a:custGeom>
            <a:avLst/>
            <a:gdLst>
              <a:gd name="connsiteX0" fmla="*/ 0 w 1707485"/>
              <a:gd name="connsiteY0" fmla="*/ 0 h 1707485"/>
              <a:gd name="connsiteX1" fmla="*/ 1707485 w 1707485"/>
              <a:gd name="connsiteY1" fmla="*/ 0 h 1707485"/>
              <a:gd name="connsiteX2" fmla="*/ 1707485 w 1707485"/>
              <a:gd name="connsiteY2" fmla="*/ 1707485 h 1707485"/>
              <a:gd name="connsiteX3" fmla="*/ 0 w 1707485"/>
              <a:gd name="connsiteY3" fmla="*/ 1707485 h 1707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7485" h="1707485">
                <a:moveTo>
                  <a:pt x="0" y="0"/>
                </a:moveTo>
                <a:lnTo>
                  <a:pt x="1707485" y="0"/>
                </a:lnTo>
                <a:lnTo>
                  <a:pt x="1707485" y="1707485"/>
                </a:lnTo>
                <a:lnTo>
                  <a:pt x="0" y="170748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37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3971192" y="186237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336742" y="186237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3971192" y="422792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336742" y="4227925"/>
            <a:ext cx="1884066" cy="1884066"/>
          </a:xfrm>
          <a:custGeom>
            <a:avLst/>
            <a:gdLst>
              <a:gd name="connsiteX0" fmla="*/ 942033 w 1884066"/>
              <a:gd name="connsiteY0" fmla="*/ 0 h 1884066"/>
              <a:gd name="connsiteX1" fmla="*/ 1884066 w 1884066"/>
              <a:gd name="connsiteY1" fmla="*/ 942033 h 1884066"/>
              <a:gd name="connsiteX2" fmla="*/ 942033 w 1884066"/>
              <a:gd name="connsiteY2" fmla="*/ 1884066 h 1884066"/>
              <a:gd name="connsiteX3" fmla="*/ 0 w 1884066"/>
              <a:gd name="connsiteY3" fmla="*/ 942033 h 1884066"/>
              <a:gd name="connsiteX4" fmla="*/ 942033 w 1884066"/>
              <a:gd name="connsiteY4" fmla="*/ 0 h 188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4066" h="1884066">
                <a:moveTo>
                  <a:pt x="942033" y="0"/>
                </a:moveTo>
                <a:cubicBezTo>
                  <a:pt x="1462303" y="0"/>
                  <a:pt x="1884066" y="421763"/>
                  <a:pt x="1884066" y="942033"/>
                </a:cubicBezTo>
                <a:cubicBezTo>
                  <a:pt x="1884066" y="1462303"/>
                  <a:pt x="1462303" y="1884066"/>
                  <a:pt x="942033" y="1884066"/>
                </a:cubicBezTo>
                <a:cubicBezTo>
                  <a:pt x="421763" y="1884066"/>
                  <a:pt x="0" y="1462303"/>
                  <a:pt x="0" y="942033"/>
                </a:cubicBezTo>
                <a:cubicBezTo>
                  <a:pt x="0" y="421763"/>
                  <a:pt x="421763" y="0"/>
                  <a:pt x="942033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98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4230343" y="2221757"/>
            <a:ext cx="2582562" cy="2582562"/>
          </a:xfrm>
          <a:custGeom>
            <a:avLst/>
            <a:gdLst>
              <a:gd name="connsiteX0" fmla="*/ 0 w 2582562"/>
              <a:gd name="connsiteY0" fmla="*/ 0 h 2582562"/>
              <a:gd name="connsiteX1" fmla="*/ 2582562 w 2582562"/>
              <a:gd name="connsiteY1" fmla="*/ 0 h 2582562"/>
              <a:gd name="connsiteX2" fmla="*/ 2582562 w 2582562"/>
              <a:gd name="connsiteY2" fmla="*/ 2582562 h 2582562"/>
              <a:gd name="connsiteX3" fmla="*/ 0 w 2582562"/>
              <a:gd name="connsiteY3" fmla="*/ 2582562 h 25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562" h="2582562">
                <a:moveTo>
                  <a:pt x="0" y="0"/>
                </a:moveTo>
                <a:lnTo>
                  <a:pt x="2582562" y="0"/>
                </a:lnTo>
                <a:lnTo>
                  <a:pt x="2582562" y="2582562"/>
                </a:lnTo>
                <a:lnTo>
                  <a:pt x="0" y="258256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42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77119" y="2567756"/>
            <a:ext cx="2582562" cy="2582562"/>
          </a:xfrm>
          <a:custGeom>
            <a:avLst/>
            <a:gdLst>
              <a:gd name="connsiteX0" fmla="*/ 0 w 2582562"/>
              <a:gd name="connsiteY0" fmla="*/ 0 h 2582562"/>
              <a:gd name="connsiteX1" fmla="*/ 2582562 w 2582562"/>
              <a:gd name="connsiteY1" fmla="*/ 0 h 2582562"/>
              <a:gd name="connsiteX2" fmla="*/ 2582562 w 2582562"/>
              <a:gd name="connsiteY2" fmla="*/ 2582562 h 2582562"/>
              <a:gd name="connsiteX3" fmla="*/ 0 w 2582562"/>
              <a:gd name="connsiteY3" fmla="*/ 2582562 h 258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562" h="2582562">
                <a:moveTo>
                  <a:pt x="0" y="0"/>
                </a:moveTo>
                <a:lnTo>
                  <a:pt x="2582562" y="0"/>
                </a:lnTo>
                <a:lnTo>
                  <a:pt x="2582562" y="2582562"/>
                </a:lnTo>
                <a:lnTo>
                  <a:pt x="0" y="258256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55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608098"/>
            <a:ext cx="12192000" cy="1900747"/>
          </a:xfrm>
          <a:custGeom>
            <a:avLst/>
            <a:gdLst>
              <a:gd name="connsiteX0" fmla="*/ 0 w 12192000"/>
              <a:gd name="connsiteY0" fmla="*/ 0 h 1900747"/>
              <a:gd name="connsiteX1" fmla="*/ 12192000 w 12192000"/>
              <a:gd name="connsiteY1" fmla="*/ 0 h 1900747"/>
              <a:gd name="connsiteX2" fmla="*/ 12192000 w 12192000"/>
              <a:gd name="connsiteY2" fmla="*/ 1900747 h 1900747"/>
              <a:gd name="connsiteX3" fmla="*/ 0 w 12192000"/>
              <a:gd name="connsiteY3" fmla="*/ 1900747 h 1900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900747">
                <a:moveTo>
                  <a:pt x="0" y="0"/>
                </a:moveTo>
                <a:lnTo>
                  <a:pt x="12192000" y="0"/>
                </a:lnTo>
                <a:lnTo>
                  <a:pt x="12192000" y="1900747"/>
                </a:lnTo>
                <a:lnTo>
                  <a:pt x="0" y="190074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55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667006"/>
            <a:ext cx="6095998" cy="2936949"/>
          </a:xfrm>
          <a:custGeom>
            <a:avLst/>
            <a:gdLst>
              <a:gd name="connsiteX0" fmla="*/ 0 w 6095998"/>
              <a:gd name="connsiteY0" fmla="*/ 0 h 2936949"/>
              <a:gd name="connsiteX1" fmla="*/ 6095998 w 6095998"/>
              <a:gd name="connsiteY1" fmla="*/ 0 h 2936949"/>
              <a:gd name="connsiteX2" fmla="*/ 6095998 w 6095998"/>
              <a:gd name="connsiteY2" fmla="*/ 2936949 h 2936949"/>
              <a:gd name="connsiteX3" fmla="*/ 0 w 6095998"/>
              <a:gd name="connsiteY3" fmla="*/ 2936949 h 293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5998" h="2936949">
                <a:moveTo>
                  <a:pt x="0" y="0"/>
                </a:moveTo>
                <a:lnTo>
                  <a:pt x="6095998" y="0"/>
                </a:lnTo>
                <a:lnTo>
                  <a:pt x="6095998" y="2936949"/>
                </a:lnTo>
                <a:lnTo>
                  <a:pt x="0" y="2936949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255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539102" y="2872080"/>
            <a:ext cx="4554414" cy="3024046"/>
          </a:xfrm>
          <a:custGeom>
            <a:avLst/>
            <a:gdLst>
              <a:gd name="connsiteX0" fmla="*/ 0 w 4554414"/>
              <a:gd name="connsiteY0" fmla="*/ 0 h 3024046"/>
              <a:gd name="connsiteX1" fmla="*/ 4554414 w 4554414"/>
              <a:gd name="connsiteY1" fmla="*/ 0 h 3024046"/>
              <a:gd name="connsiteX2" fmla="*/ 4554414 w 4554414"/>
              <a:gd name="connsiteY2" fmla="*/ 3024046 h 3024046"/>
              <a:gd name="connsiteX3" fmla="*/ 0 w 4554414"/>
              <a:gd name="connsiteY3" fmla="*/ 3024046 h 302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414" h="3024046">
                <a:moveTo>
                  <a:pt x="0" y="0"/>
                </a:moveTo>
                <a:lnTo>
                  <a:pt x="4554414" y="0"/>
                </a:lnTo>
                <a:lnTo>
                  <a:pt x="4554414" y="3024046"/>
                </a:lnTo>
                <a:lnTo>
                  <a:pt x="0" y="302404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995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760959" y="1720634"/>
            <a:ext cx="3348319" cy="4464425"/>
          </a:xfrm>
          <a:custGeom>
            <a:avLst/>
            <a:gdLst>
              <a:gd name="connsiteX0" fmla="*/ 0 w 3348319"/>
              <a:gd name="connsiteY0" fmla="*/ 0 h 4464425"/>
              <a:gd name="connsiteX1" fmla="*/ 3348319 w 3348319"/>
              <a:gd name="connsiteY1" fmla="*/ 0 h 4464425"/>
              <a:gd name="connsiteX2" fmla="*/ 3348319 w 3348319"/>
              <a:gd name="connsiteY2" fmla="*/ 4464425 h 4464425"/>
              <a:gd name="connsiteX3" fmla="*/ 0 w 3348319"/>
              <a:gd name="connsiteY3" fmla="*/ 4464425 h 446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8319" h="4464425">
                <a:moveTo>
                  <a:pt x="0" y="0"/>
                </a:moveTo>
                <a:lnTo>
                  <a:pt x="3348319" y="0"/>
                </a:lnTo>
                <a:lnTo>
                  <a:pt x="3348319" y="4464425"/>
                </a:lnTo>
                <a:lnTo>
                  <a:pt x="0" y="446442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090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4403746" y="1579448"/>
            <a:ext cx="3125459" cy="5278553"/>
          </a:xfrm>
          <a:custGeom>
            <a:avLst/>
            <a:gdLst>
              <a:gd name="connsiteX0" fmla="*/ 0 w 3125459"/>
              <a:gd name="connsiteY0" fmla="*/ 0 h 5278553"/>
              <a:gd name="connsiteX1" fmla="*/ 3125459 w 3125459"/>
              <a:gd name="connsiteY1" fmla="*/ 0 h 5278553"/>
              <a:gd name="connsiteX2" fmla="*/ 3125459 w 3125459"/>
              <a:gd name="connsiteY2" fmla="*/ 5278553 h 5278553"/>
              <a:gd name="connsiteX3" fmla="*/ 0 w 3125459"/>
              <a:gd name="connsiteY3" fmla="*/ 5278553 h 527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25459" h="5278553">
                <a:moveTo>
                  <a:pt x="0" y="0"/>
                </a:moveTo>
                <a:lnTo>
                  <a:pt x="3125459" y="0"/>
                </a:lnTo>
                <a:lnTo>
                  <a:pt x="3125459" y="5278553"/>
                </a:lnTo>
                <a:lnTo>
                  <a:pt x="0" y="5278553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88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087465" y="1541074"/>
            <a:ext cx="3474127" cy="5316926"/>
          </a:xfrm>
          <a:custGeom>
            <a:avLst/>
            <a:gdLst>
              <a:gd name="connsiteX0" fmla="*/ 0 w 3474127"/>
              <a:gd name="connsiteY0" fmla="*/ 0 h 5316926"/>
              <a:gd name="connsiteX1" fmla="*/ 3474127 w 3474127"/>
              <a:gd name="connsiteY1" fmla="*/ 0 h 5316926"/>
              <a:gd name="connsiteX2" fmla="*/ 3474127 w 3474127"/>
              <a:gd name="connsiteY2" fmla="*/ 5316926 h 5316926"/>
              <a:gd name="connsiteX3" fmla="*/ 0 w 3474127"/>
              <a:gd name="connsiteY3" fmla="*/ 5316926 h 531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4127" h="5316926">
                <a:moveTo>
                  <a:pt x="0" y="0"/>
                </a:moveTo>
                <a:lnTo>
                  <a:pt x="3474127" y="0"/>
                </a:lnTo>
                <a:lnTo>
                  <a:pt x="3474127" y="5316926"/>
                </a:lnTo>
                <a:lnTo>
                  <a:pt x="0" y="531692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007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45592" y="1324006"/>
            <a:ext cx="3898392" cy="5533995"/>
          </a:xfrm>
          <a:custGeom>
            <a:avLst/>
            <a:gdLst>
              <a:gd name="connsiteX0" fmla="*/ 0 w 3898392"/>
              <a:gd name="connsiteY0" fmla="*/ 0 h 5533995"/>
              <a:gd name="connsiteX1" fmla="*/ 3898392 w 3898392"/>
              <a:gd name="connsiteY1" fmla="*/ 0 h 5533995"/>
              <a:gd name="connsiteX2" fmla="*/ 3898392 w 3898392"/>
              <a:gd name="connsiteY2" fmla="*/ 5533995 h 5533995"/>
              <a:gd name="connsiteX3" fmla="*/ 0 w 3898392"/>
              <a:gd name="connsiteY3" fmla="*/ 5533995 h 553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8392" h="5533995">
                <a:moveTo>
                  <a:pt x="0" y="0"/>
                </a:moveTo>
                <a:lnTo>
                  <a:pt x="3898392" y="0"/>
                </a:lnTo>
                <a:lnTo>
                  <a:pt x="3898392" y="5533995"/>
                </a:lnTo>
                <a:lnTo>
                  <a:pt x="0" y="55339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385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6110097" y="1033456"/>
            <a:ext cx="5896233" cy="5824545"/>
          </a:xfrm>
          <a:custGeom>
            <a:avLst/>
            <a:gdLst>
              <a:gd name="connsiteX0" fmla="*/ 0 w 5896233"/>
              <a:gd name="connsiteY0" fmla="*/ 0 h 5824545"/>
              <a:gd name="connsiteX1" fmla="*/ 5896233 w 5896233"/>
              <a:gd name="connsiteY1" fmla="*/ 0 h 5824545"/>
              <a:gd name="connsiteX2" fmla="*/ 5896233 w 5896233"/>
              <a:gd name="connsiteY2" fmla="*/ 5824545 h 5824545"/>
              <a:gd name="connsiteX3" fmla="*/ 0 w 5896233"/>
              <a:gd name="connsiteY3" fmla="*/ 5824545 h 582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6233" h="5824545">
                <a:moveTo>
                  <a:pt x="0" y="0"/>
                </a:moveTo>
                <a:lnTo>
                  <a:pt x="5896233" y="0"/>
                </a:lnTo>
                <a:lnTo>
                  <a:pt x="5896233" y="5824545"/>
                </a:lnTo>
                <a:lnTo>
                  <a:pt x="0" y="582454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2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247796" y="2531158"/>
            <a:ext cx="1719072" cy="3038022"/>
          </a:xfrm>
          <a:custGeom>
            <a:avLst/>
            <a:gdLst>
              <a:gd name="connsiteX0" fmla="*/ 0 w 1719072"/>
              <a:gd name="connsiteY0" fmla="*/ 0 h 3038022"/>
              <a:gd name="connsiteX1" fmla="*/ 1719072 w 1719072"/>
              <a:gd name="connsiteY1" fmla="*/ 0 h 3038022"/>
              <a:gd name="connsiteX2" fmla="*/ 1719072 w 1719072"/>
              <a:gd name="connsiteY2" fmla="*/ 3038022 h 3038022"/>
              <a:gd name="connsiteX3" fmla="*/ 0 w 1719072"/>
              <a:gd name="connsiteY3" fmla="*/ 3038022 h 303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9072" h="3038022">
                <a:moveTo>
                  <a:pt x="0" y="0"/>
                </a:moveTo>
                <a:lnTo>
                  <a:pt x="1719072" y="0"/>
                </a:lnTo>
                <a:lnTo>
                  <a:pt x="1719072" y="3038022"/>
                </a:lnTo>
                <a:lnTo>
                  <a:pt x="0" y="303802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0502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701627" y="1718605"/>
            <a:ext cx="2298805" cy="4071814"/>
          </a:xfrm>
          <a:custGeom>
            <a:avLst/>
            <a:gdLst>
              <a:gd name="connsiteX0" fmla="*/ 0 w 2298805"/>
              <a:gd name="connsiteY0" fmla="*/ 0 h 4071814"/>
              <a:gd name="connsiteX1" fmla="*/ 3661 w 2298805"/>
              <a:gd name="connsiteY1" fmla="*/ 0 h 4071814"/>
              <a:gd name="connsiteX2" fmla="*/ 2298805 w 2298805"/>
              <a:gd name="connsiteY2" fmla="*/ 0 h 4071814"/>
              <a:gd name="connsiteX3" fmla="*/ 2298805 w 2298805"/>
              <a:gd name="connsiteY3" fmla="*/ 4056082 h 4071814"/>
              <a:gd name="connsiteX4" fmla="*/ 2298805 w 2298805"/>
              <a:gd name="connsiteY4" fmla="*/ 4071814 h 4071814"/>
              <a:gd name="connsiteX5" fmla="*/ 0 w 2298805"/>
              <a:gd name="connsiteY5" fmla="*/ 4071814 h 407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8805" h="4071814">
                <a:moveTo>
                  <a:pt x="0" y="0"/>
                </a:moveTo>
                <a:lnTo>
                  <a:pt x="3661" y="0"/>
                </a:lnTo>
                <a:lnTo>
                  <a:pt x="2298805" y="0"/>
                </a:lnTo>
                <a:lnTo>
                  <a:pt x="2298805" y="4056082"/>
                </a:lnTo>
                <a:lnTo>
                  <a:pt x="2298805" y="4071814"/>
                </a:lnTo>
                <a:lnTo>
                  <a:pt x="0" y="407181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4720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317991" y="2079948"/>
            <a:ext cx="2547117" cy="3367566"/>
          </a:xfrm>
          <a:custGeom>
            <a:avLst/>
            <a:gdLst>
              <a:gd name="connsiteX0" fmla="*/ 0 w 2547117"/>
              <a:gd name="connsiteY0" fmla="*/ 0 h 3367566"/>
              <a:gd name="connsiteX1" fmla="*/ 2547117 w 2547117"/>
              <a:gd name="connsiteY1" fmla="*/ 0 h 3367566"/>
              <a:gd name="connsiteX2" fmla="*/ 2547117 w 2547117"/>
              <a:gd name="connsiteY2" fmla="*/ 3367566 h 3367566"/>
              <a:gd name="connsiteX3" fmla="*/ 0 w 2547117"/>
              <a:gd name="connsiteY3" fmla="*/ 3367566 h 336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7117" h="3367566">
                <a:moveTo>
                  <a:pt x="0" y="0"/>
                </a:moveTo>
                <a:lnTo>
                  <a:pt x="2547117" y="0"/>
                </a:lnTo>
                <a:lnTo>
                  <a:pt x="2547117" y="3367566"/>
                </a:lnTo>
                <a:lnTo>
                  <a:pt x="0" y="336756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7674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391262" y="2549419"/>
            <a:ext cx="4215161" cy="2639122"/>
          </a:xfrm>
          <a:custGeom>
            <a:avLst/>
            <a:gdLst>
              <a:gd name="connsiteX0" fmla="*/ 0 w 4215161"/>
              <a:gd name="connsiteY0" fmla="*/ 0 h 2639122"/>
              <a:gd name="connsiteX1" fmla="*/ 4215161 w 4215161"/>
              <a:gd name="connsiteY1" fmla="*/ 0 h 2639122"/>
              <a:gd name="connsiteX2" fmla="*/ 4215161 w 4215161"/>
              <a:gd name="connsiteY2" fmla="*/ 2639122 h 2639122"/>
              <a:gd name="connsiteX3" fmla="*/ 0 w 4215161"/>
              <a:gd name="connsiteY3" fmla="*/ 2639122 h 2639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5161" h="2639122">
                <a:moveTo>
                  <a:pt x="0" y="0"/>
                </a:moveTo>
                <a:lnTo>
                  <a:pt x="4215161" y="0"/>
                </a:lnTo>
                <a:lnTo>
                  <a:pt x="4215161" y="2639122"/>
                </a:lnTo>
                <a:lnTo>
                  <a:pt x="0" y="263912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258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037019" y="2342675"/>
            <a:ext cx="1779180" cy="3155542"/>
          </a:xfrm>
          <a:custGeom>
            <a:avLst/>
            <a:gdLst>
              <a:gd name="connsiteX0" fmla="*/ 0 w 1779180"/>
              <a:gd name="connsiteY0" fmla="*/ 0 h 3155542"/>
              <a:gd name="connsiteX1" fmla="*/ 1779180 w 1779180"/>
              <a:gd name="connsiteY1" fmla="*/ 0 h 3155542"/>
              <a:gd name="connsiteX2" fmla="*/ 1779180 w 1779180"/>
              <a:gd name="connsiteY2" fmla="*/ 3155542 h 3155542"/>
              <a:gd name="connsiteX3" fmla="*/ 0 w 1779180"/>
              <a:gd name="connsiteY3" fmla="*/ 3155542 h 3155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9180" h="3155542">
                <a:moveTo>
                  <a:pt x="0" y="0"/>
                </a:moveTo>
                <a:lnTo>
                  <a:pt x="1779180" y="0"/>
                </a:lnTo>
                <a:lnTo>
                  <a:pt x="1779180" y="3155542"/>
                </a:lnTo>
                <a:lnTo>
                  <a:pt x="0" y="315554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6375131" y="2337765"/>
            <a:ext cx="1780123" cy="3160452"/>
          </a:xfrm>
          <a:custGeom>
            <a:avLst/>
            <a:gdLst>
              <a:gd name="connsiteX0" fmla="*/ 0 w 1780123"/>
              <a:gd name="connsiteY0" fmla="*/ 0 h 3160452"/>
              <a:gd name="connsiteX1" fmla="*/ 1780123 w 1780123"/>
              <a:gd name="connsiteY1" fmla="*/ 0 h 3160452"/>
              <a:gd name="connsiteX2" fmla="*/ 1780123 w 1780123"/>
              <a:gd name="connsiteY2" fmla="*/ 3160452 h 3160452"/>
              <a:gd name="connsiteX3" fmla="*/ 0 w 1780123"/>
              <a:gd name="connsiteY3" fmla="*/ 3160452 h 316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0123" h="3160452">
                <a:moveTo>
                  <a:pt x="0" y="0"/>
                </a:moveTo>
                <a:lnTo>
                  <a:pt x="1780123" y="0"/>
                </a:lnTo>
                <a:lnTo>
                  <a:pt x="1780123" y="3160452"/>
                </a:lnTo>
                <a:lnTo>
                  <a:pt x="0" y="316045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9648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3218935" y="2141119"/>
            <a:ext cx="2629014" cy="3494665"/>
          </a:xfrm>
          <a:custGeom>
            <a:avLst/>
            <a:gdLst>
              <a:gd name="connsiteX0" fmla="*/ 0 w 2629014"/>
              <a:gd name="connsiteY0" fmla="*/ 0 h 3494665"/>
              <a:gd name="connsiteX1" fmla="*/ 2629014 w 2629014"/>
              <a:gd name="connsiteY1" fmla="*/ 0 h 3494665"/>
              <a:gd name="connsiteX2" fmla="*/ 2629014 w 2629014"/>
              <a:gd name="connsiteY2" fmla="*/ 3494665 h 3494665"/>
              <a:gd name="connsiteX3" fmla="*/ 0 w 2629014"/>
              <a:gd name="connsiteY3" fmla="*/ 3494665 h 3494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9014" h="3494665">
                <a:moveTo>
                  <a:pt x="0" y="0"/>
                </a:moveTo>
                <a:lnTo>
                  <a:pt x="2629014" y="0"/>
                </a:lnTo>
                <a:lnTo>
                  <a:pt x="2629014" y="3494665"/>
                </a:lnTo>
                <a:lnTo>
                  <a:pt x="0" y="349466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6450120" y="2214400"/>
            <a:ext cx="2482450" cy="3306880"/>
          </a:xfrm>
          <a:custGeom>
            <a:avLst/>
            <a:gdLst>
              <a:gd name="connsiteX0" fmla="*/ 0 w 2482450"/>
              <a:gd name="connsiteY0" fmla="*/ 0 h 3306880"/>
              <a:gd name="connsiteX1" fmla="*/ 2482450 w 2482450"/>
              <a:gd name="connsiteY1" fmla="*/ 0 h 3306880"/>
              <a:gd name="connsiteX2" fmla="*/ 2482450 w 2482450"/>
              <a:gd name="connsiteY2" fmla="*/ 3306880 h 3306880"/>
              <a:gd name="connsiteX3" fmla="*/ 0 w 2482450"/>
              <a:gd name="connsiteY3" fmla="*/ 3306880 h 330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2450" h="3306880">
                <a:moveTo>
                  <a:pt x="0" y="0"/>
                </a:moveTo>
                <a:lnTo>
                  <a:pt x="2482450" y="0"/>
                </a:lnTo>
                <a:lnTo>
                  <a:pt x="2482450" y="3306880"/>
                </a:lnTo>
                <a:lnTo>
                  <a:pt x="0" y="330688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043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5204691" y="2355274"/>
            <a:ext cx="1792224" cy="3174521"/>
          </a:xfrm>
          <a:custGeom>
            <a:avLst/>
            <a:gdLst>
              <a:gd name="connsiteX0" fmla="*/ 0 w 1792224"/>
              <a:gd name="connsiteY0" fmla="*/ 0 h 3174521"/>
              <a:gd name="connsiteX1" fmla="*/ 2854 w 1792224"/>
              <a:gd name="connsiteY1" fmla="*/ 0 h 3174521"/>
              <a:gd name="connsiteX2" fmla="*/ 1792224 w 1792224"/>
              <a:gd name="connsiteY2" fmla="*/ 0 h 3174521"/>
              <a:gd name="connsiteX3" fmla="*/ 1792224 w 1792224"/>
              <a:gd name="connsiteY3" fmla="*/ 3162256 h 3174521"/>
              <a:gd name="connsiteX4" fmla="*/ 1792224 w 1792224"/>
              <a:gd name="connsiteY4" fmla="*/ 3174521 h 3174521"/>
              <a:gd name="connsiteX5" fmla="*/ 0 w 1792224"/>
              <a:gd name="connsiteY5" fmla="*/ 3174521 h 317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2224" h="3174521">
                <a:moveTo>
                  <a:pt x="0" y="0"/>
                </a:moveTo>
                <a:lnTo>
                  <a:pt x="2854" y="0"/>
                </a:lnTo>
                <a:lnTo>
                  <a:pt x="1792224" y="0"/>
                </a:lnTo>
                <a:lnTo>
                  <a:pt x="1792224" y="3162256"/>
                </a:lnTo>
                <a:lnTo>
                  <a:pt x="1792224" y="3174521"/>
                </a:lnTo>
                <a:lnTo>
                  <a:pt x="0" y="3174521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3972645" y="2654833"/>
            <a:ext cx="1444600" cy="2558784"/>
          </a:xfrm>
          <a:custGeom>
            <a:avLst/>
            <a:gdLst>
              <a:gd name="connsiteX0" fmla="*/ 0 w 1444600"/>
              <a:gd name="connsiteY0" fmla="*/ 0 h 2558784"/>
              <a:gd name="connsiteX1" fmla="*/ 1444600 w 1444600"/>
              <a:gd name="connsiteY1" fmla="*/ 0 h 2558784"/>
              <a:gd name="connsiteX2" fmla="*/ 1444600 w 1444600"/>
              <a:gd name="connsiteY2" fmla="*/ 2558784 h 2558784"/>
              <a:gd name="connsiteX3" fmla="*/ 0 w 1444600"/>
              <a:gd name="connsiteY3" fmla="*/ 2558784 h 2558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4600" h="2558784">
                <a:moveTo>
                  <a:pt x="0" y="0"/>
                </a:moveTo>
                <a:lnTo>
                  <a:pt x="1444600" y="0"/>
                </a:lnTo>
                <a:lnTo>
                  <a:pt x="1444600" y="2558784"/>
                </a:lnTo>
                <a:lnTo>
                  <a:pt x="0" y="25587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774515" y="2654836"/>
            <a:ext cx="1444600" cy="2558782"/>
          </a:xfrm>
          <a:custGeom>
            <a:avLst/>
            <a:gdLst>
              <a:gd name="connsiteX0" fmla="*/ 0 w 1444600"/>
              <a:gd name="connsiteY0" fmla="*/ 0 h 2558782"/>
              <a:gd name="connsiteX1" fmla="*/ 1444600 w 1444600"/>
              <a:gd name="connsiteY1" fmla="*/ 0 h 2558782"/>
              <a:gd name="connsiteX2" fmla="*/ 1444600 w 1444600"/>
              <a:gd name="connsiteY2" fmla="*/ 2558782 h 2558782"/>
              <a:gd name="connsiteX3" fmla="*/ 0 w 1444600"/>
              <a:gd name="connsiteY3" fmla="*/ 2558782 h 255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4600" h="2558782">
                <a:moveTo>
                  <a:pt x="0" y="0"/>
                </a:moveTo>
                <a:lnTo>
                  <a:pt x="1444600" y="0"/>
                </a:lnTo>
                <a:lnTo>
                  <a:pt x="1444600" y="2558782"/>
                </a:lnTo>
                <a:lnTo>
                  <a:pt x="0" y="25587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2923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1448620" y="2536538"/>
            <a:ext cx="4334256" cy="2713688"/>
          </a:xfrm>
          <a:custGeom>
            <a:avLst/>
            <a:gdLst>
              <a:gd name="connsiteX0" fmla="*/ 0 w 4334256"/>
              <a:gd name="connsiteY0" fmla="*/ 0 h 2713688"/>
              <a:gd name="connsiteX1" fmla="*/ 4334256 w 4334256"/>
              <a:gd name="connsiteY1" fmla="*/ 0 h 2713688"/>
              <a:gd name="connsiteX2" fmla="*/ 4334256 w 4334256"/>
              <a:gd name="connsiteY2" fmla="*/ 2713688 h 2713688"/>
              <a:gd name="connsiteX3" fmla="*/ 0 w 4334256"/>
              <a:gd name="connsiteY3" fmla="*/ 2713688 h 2713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4256" h="2713688">
                <a:moveTo>
                  <a:pt x="0" y="0"/>
                </a:moveTo>
                <a:lnTo>
                  <a:pt x="4334256" y="0"/>
                </a:lnTo>
                <a:lnTo>
                  <a:pt x="4334256" y="2713688"/>
                </a:lnTo>
                <a:lnTo>
                  <a:pt x="0" y="271368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5400539" y="3295054"/>
            <a:ext cx="1569642" cy="2092857"/>
          </a:xfrm>
          <a:custGeom>
            <a:avLst/>
            <a:gdLst>
              <a:gd name="connsiteX0" fmla="*/ 0 w 1569642"/>
              <a:gd name="connsiteY0" fmla="*/ 0 h 2092857"/>
              <a:gd name="connsiteX1" fmla="*/ 1569642 w 1569642"/>
              <a:gd name="connsiteY1" fmla="*/ 0 h 2092857"/>
              <a:gd name="connsiteX2" fmla="*/ 1569642 w 1569642"/>
              <a:gd name="connsiteY2" fmla="*/ 2092857 h 2092857"/>
              <a:gd name="connsiteX3" fmla="*/ 0 w 1569642"/>
              <a:gd name="connsiteY3" fmla="*/ 2092857 h 209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9642" h="2092857">
                <a:moveTo>
                  <a:pt x="0" y="0"/>
                </a:moveTo>
                <a:lnTo>
                  <a:pt x="1569642" y="0"/>
                </a:lnTo>
                <a:lnTo>
                  <a:pt x="1569642" y="2092857"/>
                </a:lnTo>
                <a:lnTo>
                  <a:pt x="0" y="209285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6696602" y="3874819"/>
            <a:ext cx="849511" cy="1502692"/>
          </a:xfrm>
          <a:custGeom>
            <a:avLst/>
            <a:gdLst>
              <a:gd name="connsiteX0" fmla="*/ 0 w 849511"/>
              <a:gd name="connsiteY0" fmla="*/ 0 h 1502692"/>
              <a:gd name="connsiteX1" fmla="*/ 849511 w 849511"/>
              <a:gd name="connsiteY1" fmla="*/ 0 h 1502692"/>
              <a:gd name="connsiteX2" fmla="*/ 849511 w 849511"/>
              <a:gd name="connsiteY2" fmla="*/ 1502692 h 1502692"/>
              <a:gd name="connsiteX3" fmla="*/ 0 w 849511"/>
              <a:gd name="connsiteY3" fmla="*/ 1502692 h 1502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9511" h="1502692">
                <a:moveTo>
                  <a:pt x="0" y="0"/>
                </a:moveTo>
                <a:lnTo>
                  <a:pt x="849511" y="0"/>
                </a:lnTo>
                <a:lnTo>
                  <a:pt x="849511" y="1502692"/>
                </a:lnTo>
                <a:lnTo>
                  <a:pt x="0" y="150269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427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686700" y="1435291"/>
            <a:ext cx="1527048" cy="2698668"/>
          </a:xfrm>
          <a:custGeom>
            <a:avLst/>
            <a:gdLst>
              <a:gd name="connsiteX0" fmla="*/ 0 w 1527048"/>
              <a:gd name="connsiteY0" fmla="*/ 0 h 2698668"/>
              <a:gd name="connsiteX1" fmla="*/ 1527048 w 1527048"/>
              <a:gd name="connsiteY1" fmla="*/ 0 h 2698668"/>
              <a:gd name="connsiteX2" fmla="*/ 1527048 w 1527048"/>
              <a:gd name="connsiteY2" fmla="*/ 2698668 h 2698668"/>
              <a:gd name="connsiteX3" fmla="*/ 0 w 1527048"/>
              <a:gd name="connsiteY3" fmla="*/ 2698668 h 269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7048" h="2698668">
                <a:moveTo>
                  <a:pt x="0" y="0"/>
                </a:moveTo>
                <a:lnTo>
                  <a:pt x="1527048" y="0"/>
                </a:lnTo>
                <a:lnTo>
                  <a:pt x="1527048" y="2698668"/>
                </a:lnTo>
                <a:lnTo>
                  <a:pt x="0" y="26986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6343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 rot="20340000">
            <a:off x="8620536" y="2498259"/>
            <a:ext cx="1664208" cy="2959282"/>
          </a:xfrm>
          <a:custGeom>
            <a:avLst/>
            <a:gdLst>
              <a:gd name="connsiteX0" fmla="*/ 0 w 1664208"/>
              <a:gd name="connsiteY0" fmla="*/ 0 h 2959282"/>
              <a:gd name="connsiteX1" fmla="*/ 1664208 w 1664208"/>
              <a:gd name="connsiteY1" fmla="*/ 0 h 2959282"/>
              <a:gd name="connsiteX2" fmla="*/ 1664208 w 1664208"/>
              <a:gd name="connsiteY2" fmla="*/ 2959282 h 2959282"/>
              <a:gd name="connsiteX3" fmla="*/ 0 w 1664208"/>
              <a:gd name="connsiteY3" fmla="*/ 2959282 h 2959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4208" h="2959282">
                <a:moveTo>
                  <a:pt x="0" y="0"/>
                </a:moveTo>
                <a:lnTo>
                  <a:pt x="1664208" y="0"/>
                </a:lnTo>
                <a:lnTo>
                  <a:pt x="1664208" y="2959282"/>
                </a:lnTo>
                <a:lnTo>
                  <a:pt x="0" y="29592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2713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53772" y="2942195"/>
            <a:ext cx="2112264" cy="1693552"/>
          </a:xfrm>
          <a:custGeom>
            <a:avLst/>
            <a:gdLst>
              <a:gd name="connsiteX0" fmla="*/ 0 w 2112264"/>
              <a:gd name="connsiteY0" fmla="*/ 0 h 1693552"/>
              <a:gd name="connsiteX1" fmla="*/ 2112264 w 2112264"/>
              <a:gd name="connsiteY1" fmla="*/ 0 h 1693552"/>
              <a:gd name="connsiteX2" fmla="*/ 2112264 w 2112264"/>
              <a:gd name="connsiteY2" fmla="*/ 1693552 h 1693552"/>
              <a:gd name="connsiteX3" fmla="*/ 0 w 2112264"/>
              <a:gd name="connsiteY3" fmla="*/ 1693552 h 169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2264" h="1693552">
                <a:moveTo>
                  <a:pt x="0" y="0"/>
                </a:moveTo>
                <a:lnTo>
                  <a:pt x="2112264" y="0"/>
                </a:lnTo>
                <a:lnTo>
                  <a:pt x="2112264" y="1693552"/>
                </a:lnTo>
                <a:lnTo>
                  <a:pt x="0" y="169355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1753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5385925" y="3076305"/>
            <a:ext cx="1407742" cy="1758325"/>
          </a:xfrm>
          <a:custGeom>
            <a:avLst/>
            <a:gdLst>
              <a:gd name="connsiteX0" fmla="*/ 0 w 1407742"/>
              <a:gd name="connsiteY0" fmla="*/ 0 h 1758325"/>
              <a:gd name="connsiteX1" fmla="*/ 1407742 w 1407742"/>
              <a:gd name="connsiteY1" fmla="*/ 0 h 1758325"/>
              <a:gd name="connsiteX2" fmla="*/ 1407742 w 1407742"/>
              <a:gd name="connsiteY2" fmla="*/ 1758325 h 1758325"/>
              <a:gd name="connsiteX3" fmla="*/ 0 w 1407742"/>
              <a:gd name="connsiteY3" fmla="*/ 1758325 h 175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742" h="1758325">
                <a:moveTo>
                  <a:pt x="0" y="0"/>
                </a:moveTo>
                <a:lnTo>
                  <a:pt x="1407742" y="0"/>
                </a:lnTo>
                <a:lnTo>
                  <a:pt x="1407742" y="1758325"/>
                </a:lnTo>
                <a:lnTo>
                  <a:pt x="0" y="175832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884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 hasCustomPrompt="1"/>
          </p:nvPr>
        </p:nvSpPr>
        <p:spPr>
          <a:xfrm>
            <a:off x="839466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 hasCustomPrompt="1"/>
          </p:nvPr>
        </p:nvSpPr>
        <p:spPr>
          <a:xfrm>
            <a:off x="2990276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5139821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3" hasCustomPrompt="1"/>
          </p:nvPr>
        </p:nvSpPr>
        <p:spPr>
          <a:xfrm>
            <a:off x="7290631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4" hasCustomPrompt="1"/>
          </p:nvPr>
        </p:nvSpPr>
        <p:spPr>
          <a:xfrm>
            <a:off x="9441440" y="196511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5" hasCustomPrompt="1"/>
          </p:nvPr>
        </p:nvSpPr>
        <p:spPr>
          <a:xfrm>
            <a:off x="839466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6" hasCustomPrompt="1"/>
          </p:nvPr>
        </p:nvSpPr>
        <p:spPr>
          <a:xfrm>
            <a:off x="2990276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7" hasCustomPrompt="1"/>
          </p:nvPr>
        </p:nvSpPr>
        <p:spPr>
          <a:xfrm>
            <a:off x="5139821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8" hasCustomPrompt="1"/>
          </p:nvPr>
        </p:nvSpPr>
        <p:spPr>
          <a:xfrm>
            <a:off x="7290631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9" hasCustomPrompt="1"/>
          </p:nvPr>
        </p:nvSpPr>
        <p:spPr>
          <a:xfrm>
            <a:off x="9441440" y="4115927"/>
            <a:ext cx="1911096" cy="1911096"/>
          </a:xfrm>
          <a:custGeom>
            <a:avLst/>
            <a:gdLst>
              <a:gd name="connsiteX0" fmla="*/ 0 w 1911096"/>
              <a:gd name="connsiteY0" fmla="*/ 0 h 1911096"/>
              <a:gd name="connsiteX1" fmla="*/ 1911096 w 1911096"/>
              <a:gd name="connsiteY1" fmla="*/ 0 h 1911096"/>
              <a:gd name="connsiteX2" fmla="*/ 1911096 w 1911096"/>
              <a:gd name="connsiteY2" fmla="*/ 1911096 h 1911096"/>
              <a:gd name="connsiteX3" fmla="*/ 0 w 1911096"/>
              <a:gd name="connsiteY3" fmla="*/ 1911096 h 191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96" h="1911096">
                <a:moveTo>
                  <a:pt x="0" y="0"/>
                </a:moveTo>
                <a:lnTo>
                  <a:pt x="1911096" y="0"/>
                </a:lnTo>
                <a:lnTo>
                  <a:pt x="1911096" y="1911096"/>
                </a:lnTo>
                <a:lnTo>
                  <a:pt x="0" y="191109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2610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1524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062984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8125968" y="2796540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 hasCustomPrompt="1"/>
          </p:nvPr>
        </p:nvSpPr>
        <p:spPr>
          <a:xfrm>
            <a:off x="2034540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6099048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5" hasCustomPrompt="1"/>
          </p:nvPr>
        </p:nvSpPr>
        <p:spPr>
          <a:xfrm>
            <a:off x="10162032" y="482650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0"/>
                </a:lnTo>
                <a:lnTo>
                  <a:pt x="2029968" y="2029968"/>
                </a:lnTo>
                <a:lnTo>
                  <a:pt x="0" y="202996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1747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38201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585290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8332380" y="1802895"/>
            <a:ext cx="3021481" cy="3017520"/>
          </a:xfrm>
          <a:custGeom>
            <a:avLst/>
            <a:gdLst>
              <a:gd name="connsiteX0" fmla="*/ 0 w 3021481"/>
              <a:gd name="connsiteY0" fmla="*/ 0 h 3017520"/>
              <a:gd name="connsiteX1" fmla="*/ 3021481 w 3021481"/>
              <a:gd name="connsiteY1" fmla="*/ 0 h 3017520"/>
              <a:gd name="connsiteX2" fmla="*/ 3021481 w 3021481"/>
              <a:gd name="connsiteY2" fmla="*/ 3017520 h 3017520"/>
              <a:gd name="connsiteX3" fmla="*/ 0 w 3021481"/>
              <a:gd name="connsiteY3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1481" h="3017520">
                <a:moveTo>
                  <a:pt x="0" y="0"/>
                </a:moveTo>
                <a:lnTo>
                  <a:pt x="3021481" y="0"/>
                </a:lnTo>
                <a:lnTo>
                  <a:pt x="3021481" y="3017520"/>
                </a:lnTo>
                <a:lnTo>
                  <a:pt x="0" y="301752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887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38202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474634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8111067" y="1802895"/>
            <a:ext cx="3242733" cy="2157984"/>
          </a:xfrm>
          <a:custGeom>
            <a:avLst/>
            <a:gdLst>
              <a:gd name="connsiteX0" fmla="*/ 0 w 3242733"/>
              <a:gd name="connsiteY0" fmla="*/ 0 h 2157984"/>
              <a:gd name="connsiteX1" fmla="*/ 3242733 w 3242733"/>
              <a:gd name="connsiteY1" fmla="*/ 0 h 2157984"/>
              <a:gd name="connsiteX2" fmla="*/ 3242733 w 3242733"/>
              <a:gd name="connsiteY2" fmla="*/ 2157984 h 2157984"/>
              <a:gd name="connsiteX3" fmla="*/ 0 w 3242733"/>
              <a:gd name="connsiteY3" fmla="*/ 2157984 h 21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2733" h="2157984">
                <a:moveTo>
                  <a:pt x="0" y="0"/>
                </a:moveTo>
                <a:lnTo>
                  <a:pt x="3242733" y="0"/>
                </a:lnTo>
                <a:lnTo>
                  <a:pt x="3242733" y="2157984"/>
                </a:lnTo>
                <a:lnTo>
                  <a:pt x="0" y="215798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2573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/>
          <p:cNvSpPr>
            <a:spLocks noGrp="1"/>
          </p:cNvSpPr>
          <p:nvPr>
            <p:ph type="pic" sz="quarter" idx="11" hasCustomPrompt="1"/>
          </p:nvPr>
        </p:nvSpPr>
        <p:spPr>
          <a:xfrm>
            <a:off x="8412482" y="4718076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5" hasCustomPrompt="1"/>
          </p:nvPr>
        </p:nvSpPr>
        <p:spPr>
          <a:xfrm>
            <a:off x="6133256" y="3168040"/>
            <a:ext cx="2233505" cy="3067940"/>
          </a:xfrm>
          <a:custGeom>
            <a:avLst/>
            <a:gdLst>
              <a:gd name="connsiteX0" fmla="*/ 0 w 2233505"/>
              <a:gd name="connsiteY0" fmla="*/ 0 h 3067940"/>
              <a:gd name="connsiteX1" fmla="*/ 2233505 w 2233505"/>
              <a:gd name="connsiteY1" fmla="*/ 0 h 3067940"/>
              <a:gd name="connsiteX2" fmla="*/ 2233505 w 2233505"/>
              <a:gd name="connsiteY2" fmla="*/ 3067940 h 3067940"/>
              <a:gd name="connsiteX3" fmla="*/ 0 w 2233505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5" h="3067940">
                <a:moveTo>
                  <a:pt x="0" y="0"/>
                </a:moveTo>
                <a:lnTo>
                  <a:pt x="2233505" y="0"/>
                </a:lnTo>
                <a:lnTo>
                  <a:pt x="2233505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6" hasCustomPrompt="1"/>
          </p:nvPr>
        </p:nvSpPr>
        <p:spPr>
          <a:xfrm>
            <a:off x="8412482" y="1604417"/>
            <a:ext cx="2233507" cy="3067940"/>
          </a:xfrm>
          <a:custGeom>
            <a:avLst/>
            <a:gdLst>
              <a:gd name="connsiteX0" fmla="*/ 0 w 2233507"/>
              <a:gd name="connsiteY0" fmla="*/ 0 h 3067940"/>
              <a:gd name="connsiteX1" fmla="*/ 2233507 w 2233507"/>
              <a:gd name="connsiteY1" fmla="*/ 0 h 3067940"/>
              <a:gd name="connsiteX2" fmla="*/ 2233507 w 2233507"/>
              <a:gd name="connsiteY2" fmla="*/ 3067940 h 3067940"/>
              <a:gd name="connsiteX3" fmla="*/ 0 w 2233507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3067940">
                <a:moveTo>
                  <a:pt x="0" y="0"/>
                </a:moveTo>
                <a:lnTo>
                  <a:pt x="2233507" y="0"/>
                </a:lnTo>
                <a:lnTo>
                  <a:pt x="2233507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2" hasCustomPrompt="1"/>
          </p:nvPr>
        </p:nvSpPr>
        <p:spPr>
          <a:xfrm>
            <a:off x="6133256" y="1604417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3854029" y="4718076"/>
            <a:ext cx="2233507" cy="1517904"/>
          </a:xfrm>
          <a:custGeom>
            <a:avLst/>
            <a:gdLst>
              <a:gd name="connsiteX0" fmla="*/ 0 w 2233507"/>
              <a:gd name="connsiteY0" fmla="*/ 0 h 1517904"/>
              <a:gd name="connsiteX1" fmla="*/ 2233507 w 2233507"/>
              <a:gd name="connsiteY1" fmla="*/ 0 h 1517904"/>
              <a:gd name="connsiteX2" fmla="*/ 2233507 w 2233507"/>
              <a:gd name="connsiteY2" fmla="*/ 1517904 h 1517904"/>
              <a:gd name="connsiteX3" fmla="*/ 0 w 2233507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7" h="1517904">
                <a:moveTo>
                  <a:pt x="0" y="0"/>
                </a:moveTo>
                <a:lnTo>
                  <a:pt x="2233507" y="0"/>
                </a:lnTo>
                <a:lnTo>
                  <a:pt x="2233507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 hasCustomPrompt="1"/>
          </p:nvPr>
        </p:nvSpPr>
        <p:spPr>
          <a:xfrm>
            <a:off x="1574801" y="4718076"/>
            <a:ext cx="2233506" cy="1517904"/>
          </a:xfrm>
          <a:custGeom>
            <a:avLst/>
            <a:gdLst>
              <a:gd name="connsiteX0" fmla="*/ 0 w 2233506"/>
              <a:gd name="connsiteY0" fmla="*/ 0 h 1517904"/>
              <a:gd name="connsiteX1" fmla="*/ 2233506 w 2233506"/>
              <a:gd name="connsiteY1" fmla="*/ 0 h 1517904"/>
              <a:gd name="connsiteX2" fmla="*/ 2233506 w 2233506"/>
              <a:gd name="connsiteY2" fmla="*/ 1517904 h 1517904"/>
              <a:gd name="connsiteX3" fmla="*/ 0 w 2233506"/>
              <a:gd name="connsiteY3" fmla="*/ 1517904 h 151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506" h="1517904">
                <a:moveTo>
                  <a:pt x="0" y="0"/>
                </a:moveTo>
                <a:lnTo>
                  <a:pt x="2233506" y="0"/>
                </a:lnTo>
                <a:lnTo>
                  <a:pt x="2233506" y="1517904"/>
                </a:lnTo>
                <a:lnTo>
                  <a:pt x="0" y="151790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1574802" y="1604417"/>
            <a:ext cx="4512733" cy="3067940"/>
          </a:xfrm>
          <a:custGeom>
            <a:avLst/>
            <a:gdLst>
              <a:gd name="connsiteX0" fmla="*/ 0 w 4512733"/>
              <a:gd name="connsiteY0" fmla="*/ 0 h 3067940"/>
              <a:gd name="connsiteX1" fmla="*/ 4512733 w 4512733"/>
              <a:gd name="connsiteY1" fmla="*/ 0 h 3067940"/>
              <a:gd name="connsiteX2" fmla="*/ 4512733 w 4512733"/>
              <a:gd name="connsiteY2" fmla="*/ 3067940 h 3067940"/>
              <a:gd name="connsiteX3" fmla="*/ 0 w 4512733"/>
              <a:gd name="connsiteY3" fmla="*/ 3067940 h 306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2733" h="3067940">
                <a:moveTo>
                  <a:pt x="0" y="0"/>
                </a:moveTo>
                <a:lnTo>
                  <a:pt x="4512733" y="0"/>
                </a:lnTo>
                <a:lnTo>
                  <a:pt x="4512733" y="3067940"/>
                </a:lnTo>
                <a:lnTo>
                  <a:pt x="0" y="306794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973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838199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421052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7999362" y="1690613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 hasCustomPrompt="1"/>
          </p:nvPr>
        </p:nvSpPr>
        <p:spPr>
          <a:xfrm>
            <a:off x="838199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4421052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5" hasCustomPrompt="1"/>
          </p:nvPr>
        </p:nvSpPr>
        <p:spPr>
          <a:xfrm>
            <a:off x="7999362" y="4157735"/>
            <a:ext cx="3349896" cy="2231136"/>
          </a:xfrm>
          <a:custGeom>
            <a:avLst/>
            <a:gdLst>
              <a:gd name="connsiteX0" fmla="*/ 0 w 3349896"/>
              <a:gd name="connsiteY0" fmla="*/ 0 h 2231136"/>
              <a:gd name="connsiteX1" fmla="*/ 3349896 w 3349896"/>
              <a:gd name="connsiteY1" fmla="*/ 0 h 2231136"/>
              <a:gd name="connsiteX2" fmla="*/ 3349896 w 3349896"/>
              <a:gd name="connsiteY2" fmla="*/ 2231136 h 2231136"/>
              <a:gd name="connsiteX3" fmla="*/ 0 w 3349896"/>
              <a:gd name="connsiteY3" fmla="*/ 2231136 h 223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896" h="2231136">
                <a:moveTo>
                  <a:pt x="0" y="0"/>
                </a:moveTo>
                <a:lnTo>
                  <a:pt x="3349896" y="0"/>
                </a:lnTo>
                <a:lnTo>
                  <a:pt x="3349896" y="2231136"/>
                </a:lnTo>
                <a:lnTo>
                  <a:pt x="0" y="2231136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7998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906460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4466054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8025649" y="1829890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906460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4466054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5" hasCustomPrompt="1"/>
          </p:nvPr>
        </p:nvSpPr>
        <p:spPr>
          <a:xfrm>
            <a:off x="8025649" y="4141427"/>
            <a:ext cx="3328152" cy="2080095"/>
          </a:xfrm>
          <a:custGeom>
            <a:avLst/>
            <a:gdLst>
              <a:gd name="connsiteX0" fmla="*/ 0 w 3328152"/>
              <a:gd name="connsiteY0" fmla="*/ 0 h 2080095"/>
              <a:gd name="connsiteX1" fmla="*/ 3328152 w 3328152"/>
              <a:gd name="connsiteY1" fmla="*/ 0 h 2080095"/>
              <a:gd name="connsiteX2" fmla="*/ 3328152 w 3328152"/>
              <a:gd name="connsiteY2" fmla="*/ 2080095 h 2080095"/>
              <a:gd name="connsiteX3" fmla="*/ 0 w 3328152"/>
              <a:gd name="connsiteY3" fmla="*/ 2080095 h 208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8152" h="2080095">
                <a:moveTo>
                  <a:pt x="0" y="0"/>
                </a:moveTo>
                <a:lnTo>
                  <a:pt x="3328152" y="0"/>
                </a:lnTo>
                <a:lnTo>
                  <a:pt x="3328152" y="2080095"/>
                </a:lnTo>
                <a:lnTo>
                  <a:pt x="0" y="20800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8374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1" hasCustomPrompt="1"/>
          </p:nvPr>
        </p:nvSpPr>
        <p:spPr>
          <a:xfrm>
            <a:off x="5160694" y="3967779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208523" y="1992022"/>
            <a:ext cx="3905795" cy="3905795"/>
          </a:xfrm>
          <a:custGeom>
            <a:avLst/>
            <a:gdLst>
              <a:gd name="connsiteX0" fmla="*/ 0 w 3905795"/>
              <a:gd name="connsiteY0" fmla="*/ 0 h 3905795"/>
              <a:gd name="connsiteX1" fmla="*/ 3905795 w 3905795"/>
              <a:gd name="connsiteY1" fmla="*/ 0 h 3905795"/>
              <a:gd name="connsiteX2" fmla="*/ 3905795 w 3905795"/>
              <a:gd name="connsiteY2" fmla="*/ 3905795 h 3905795"/>
              <a:gd name="connsiteX3" fmla="*/ 0 w 3905795"/>
              <a:gd name="connsiteY3" fmla="*/ 3905795 h 390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5795" h="3905795">
                <a:moveTo>
                  <a:pt x="0" y="0"/>
                </a:moveTo>
                <a:lnTo>
                  <a:pt x="3905795" y="0"/>
                </a:lnTo>
                <a:lnTo>
                  <a:pt x="3905795" y="3905795"/>
                </a:lnTo>
                <a:lnTo>
                  <a:pt x="0" y="3905795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7135796" y="1992675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9111554" y="3967779"/>
            <a:ext cx="1929383" cy="1930038"/>
          </a:xfrm>
          <a:custGeom>
            <a:avLst/>
            <a:gdLst>
              <a:gd name="connsiteX0" fmla="*/ 0 w 1929383"/>
              <a:gd name="connsiteY0" fmla="*/ 0 h 1930038"/>
              <a:gd name="connsiteX1" fmla="*/ 1929383 w 1929383"/>
              <a:gd name="connsiteY1" fmla="*/ 0 h 1930038"/>
              <a:gd name="connsiteX2" fmla="*/ 1929383 w 1929383"/>
              <a:gd name="connsiteY2" fmla="*/ 1930038 h 1930038"/>
              <a:gd name="connsiteX3" fmla="*/ 0 w 1929383"/>
              <a:gd name="connsiteY3" fmla="*/ 1930038 h 193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9383" h="1930038">
                <a:moveTo>
                  <a:pt x="0" y="0"/>
                </a:moveTo>
                <a:lnTo>
                  <a:pt x="1929383" y="0"/>
                </a:lnTo>
                <a:lnTo>
                  <a:pt x="1929383" y="1930038"/>
                </a:lnTo>
                <a:lnTo>
                  <a:pt x="0" y="1930038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4535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837438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 hasCustomPrompt="1"/>
          </p:nvPr>
        </p:nvSpPr>
        <p:spPr>
          <a:xfrm>
            <a:off x="3477006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2" hasCustomPrompt="1"/>
          </p:nvPr>
        </p:nvSpPr>
        <p:spPr>
          <a:xfrm>
            <a:off x="6116574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8756142" y="1750661"/>
            <a:ext cx="2596896" cy="3895344"/>
          </a:xfrm>
          <a:custGeom>
            <a:avLst/>
            <a:gdLst>
              <a:gd name="connsiteX0" fmla="*/ 0 w 2596896"/>
              <a:gd name="connsiteY0" fmla="*/ 0 h 3895344"/>
              <a:gd name="connsiteX1" fmla="*/ 2596896 w 2596896"/>
              <a:gd name="connsiteY1" fmla="*/ 0 h 3895344"/>
              <a:gd name="connsiteX2" fmla="*/ 2596896 w 2596896"/>
              <a:gd name="connsiteY2" fmla="*/ 3895344 h 3895344"/>
              <a:gd name="connsiteX3" fmla="*/ 0 w 2596896"/>
              <a:gd name="connsiteY3" fmla="*/ 3895344 h 389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6896" h="3895344">
                <a:moveTo>
                  <a:pt x="0" y="0"/>
                </a:moveTo>
                <a:lnTo>
                  <a:pt x="2596896" y="0"/>
                </a:lnTo>
                <a:lnTo>
                  <a:pt x="2596896" y="3895344"/>
                </a:lnTo>
                <a:lnTo>
                  <a:pt x="0" y="3895344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7864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256431" y="2032514"/>
            <a:ext cx="5587469" cy="3726482"/>
          </a:xfrm>
          <a:custGeom>
            <a:avLst/>
            <a:gdLst>
              <a:gd name="connsiteX0" fmla="*/ 0 w 5587469"/>
              <a:gd name="connsiteY0" fmla="*/ 0 h 3726482"/>
              <a:gd name="connsiteX1" fmla="*/ 5587469 w 5587469"/>
              <a:gd name="connsiteY1" fmla="*/ 0 h 3726482"/>
              <a:gd name="connsiteX2" fmla="*/ 5587469 w 5587469"/>
              <a:gd name="connsiteY2" fmla="*/ 3726482 h 3726482"/>
              <a:gd name="connsiteX3" fmla="*/ 0 w 5587469"/>
              <a:gd name="connsiteY3" fmla="*/ 3726482 h 3726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7469" h="3726482">
                <a:moveTo>
                  <a:pt x="0" y="0"/>
                </a:moveTo>
                <a:lnTo>
                  <a:pt x="5587469" y="0"/>
                </a:lnTo>
                <a:lnTo>
                  <a:pt x="5587469" y="3726482"/>
                </a:lnTo>
                <a:lnTo>
                  <a:pt x="0" y="3726482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1441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892993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5602300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9311607" y="4944505"/>
            <a:ext cx="987400" cy="987400"/>
          </a:xfrm>
          <a:custGeom>
            <a:avLst/>
            <a:gdLst>
              <a:gd name="connsiteX0" fmla="*/ 493700 w 987400"/>
              <a:gd name="connsiteY0" fmla="*/ 0 h 987400"/>
              <a:gd name="connsiteX1" fmla="*/ 987400 w 987400"/>
              <a:gd name="connsiteY1" fmla="*/ 493700 h 987400"/>
              <a:gd name="connsiteX2" fmla="*/ 493700 w 987400"/>
              <a:gd name="connsiteY2" fmla="*/ 987400 h 987400"/>
              <a:gd name="connsiteX3" fmla="*/ 0 w 987400"/>
              <a:gd name="connsiteY3" fmla="*/ 493700 h 987400"/>
              <a:gd name="connsiteX4" fmla="*/ 493700 w 987400"/>
              <a:gd name="connsiteY4" fmla="*/ 0 h 9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7400" h="987400">
                <a:moveTo>
                  <a:pt x="493700" y="0"/>
                </a:moveTo>
                <a:cubicBezTo>
                  <a:pt x="766363" y="0"/>
                  <a:pt x="987400" y="221037"/>
                  <a:pt x="987400" y="493700"/>
                </a:cubicBezTo>
                <a:cubicBezTo>
                  <a:pt x="987400" y="766363"/>
                  <a:pt x="766363" y="987400"/>
                  <a:pt x="493700" y="987400"/>
                </a:cubicBezTo>
                <a:cubicBezTo>
                  <a:pt x="221037" y="987400"/>
                  <a:pt x="0" y="766363"/>
                  <a:pt x="0" y="493700"/>
                </a:cubicBezTo>
                <a:cubicBezTo>
                  <a:pt x="0" y="221037"/>
                  <a:pt x="221037" y="0"/>
                  <a:pt x="493700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7" name="Oval 6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3808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 hasCustomPrompt="1"/>
          </p:nvPr>
        </p:nvSpPr>
        <p:spPr>
          <a:xfrm>
            <a:off x="1070018" y="1978362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6839753" y="1978362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 hasCustomPrompt="1"/>
          </p:nvPr>
        </p:nvSpPr>
        <p:spPr>
          <a:xfrm>
            <a:off x="1070018" y="4173531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839753" y="4173531"/>
            <a:ext cx="977722" cy="977722"/>
          </a:xfrm>
          <a:custGeom>
            <a:avLst/>
            <a:gdLst>
              <a:gd name="connsiteX0" fmla="*/ 488861 w 977722"/>
              <a:gd name="connsiteY0" fmla="*/ 0 h 977722"/>
              <a:gd name="connsiteX1" fmla="*/ 977722 w 977722"/>
              <a:gd name="connsiteY1" fmla="*/ 488861 h 977722"/>
              <a:gd name="connsiteX2" fmla="*/ 488861 w 977722"/>
              <a:gd name="connsiteY2" fmla="*/ 977722 h 977722"/>
              <a:gd name="connsiteX3" fmla="*/ 0 w 977722"/>
              <a:gd name="connsiteY3" fmla="*/ 488861 h 977722"/>
              <a:gd name="connsiteX4" fmla="*/ 488861 w 977722"/>
              <a:gd name="connsiteY4" fmla="*/ 0 h 97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722" h="977722">
                <a:moveTo>
                  <a:pt x="488861" y="0"/>
                </a:moveTo>
                <a:cubicBezTo>
                  <a:pt x="758852" y="0"/>
                  <a:pt x="977722" y="218871"/>
                  <a:pt x="977722" y="488861"/>
                </a:cubicBezTo>
                <a:cubicBezTo>
                  <a:pt x="977722" y="758852"/>
                  <a:pt x="758852" y="977722"/>
                  <a:pt x="488861" y="977722"/>
                </a:cubicBezTo>
                <a:cubicBezTo>
                  <a:pt x="218871" y="977722"/>
                  <a:pt x="0" y="758852"/>
                  <a:pt x="0" y="488861"/>
                </a:cubicBezTo>
                <a:cubicBezTo>
                  <a:pt x="0" y="218871"/>
                  <a:pt x="218871" y="0"/>
                  <a:pt x="488861" y="0"/>
                </a:cubicBez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1603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 hasCustomPrompt="1"/>
          </p:nvPr>
        </p:nvSpPr>
        <p:spPr>
          <a:xfrm>
            <a:off x="838202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 hasCustomPrompt="1"/>
          </p:nvPr>
        </p:nvSpPr>
        <p:spPr>
          <a:xfrm>
            <a:off x="4809456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 hasCustomPrompt="1"/>
          </p:nvPr>
        </p:nvSpPr>
        <p:spPr>
          <a:xfrm>
            <a:off x="8780708" y="1957149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 hasCustomPrompt="1"/>
          </p:nvPr>
        </p:nvSpPr>
        <p:spPr>
          <a:xfrm>
            <a:off x="838202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 hasCustomPrompt="1"/>
          </p:nvPr>
        </p:nvSpPr>
        <p:spPr>
          <a:xfrm>
            <a:off x="4809456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5" hasCustomPrompt="1"/>
          </p:nvPr>
        </p:nvSpPr>
        <p:spPr>
          <a:xfrm>
            <a:off x="8780708" y="3486541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6" hasCustomPrompt="1"/>
          </p:nvPr>
        </p:nvSpPr>
        <p:spPr>
          <a:xfrm>
            <a:off x="838202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7" hasCustomPrompt="1"/>
          </p:nvPr>
        </p:nvSpPr>
        <p:spPr>
          <a:xfrm>
            <a:off x="4809456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8" hasCustomPrompt="1"/>
          </p:nvPr>
        </p:nvSpPr>
        <p:spPr>
          <a:xfrm>
            <a:off x="8780708" y="5015934"/>
            <a:ext cx="2587599" cy="860697"/>
          </a:xfrm>
          <a:custGeom>
            <a:avLst/>
            <a:gdLst>
              <a:gd name="connsiteX0" fmla="*/ 0 w 2587599"/>
              <a:gd name="connsiteY0" fmla="*/ 0 h 860697"/>
              <a:gd name="connsiteX1" fmla="*/ 2587599 w 2587599"/>
              <a:gd name="connsiteY1" fmla="*/ 0 h 860697"/>
              <a:gd name="connsiteX2" fmla="*/ 2587599 w 2587599"/>
              <a:gd name="connsiteY2" fmla="*/ 860697 h 860697"/>
              <a:gd name="connsiteX3" fmla="*/ 0 w 2587599"/>
              <a:gd name="connsiteY3" fmla="*/ 860697 h 860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7599" h="860697">
                <a:moveTo>
                  <a:pt x="0" y="0"/>
                </a:moveTo>
                <a:lnTo>
                  <a:pt x="2587599" y="0"/>
                </a:lnTo>
                <a:lnTo>
                  <a:pt x="2587599" y="860697"/>
                </a:lnTo>
                <a:lnTo>
                  <a:pt x="0" y="860697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13" name="Oval 12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5702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2" y="3429000"/>
            <a:ext cx="12191999" cy="3429000"/>
          </a:xfrm>
          <a:custGeom>
            <a:avLst/>
            <a:gdLst>
              <a:gd name="connsiteX0" fmla="*/ 0 w 12191999"/>
              <a:gd name="connsiteY0" fmla="*/ 0 h 3429000"/>
              <a:gd name="connsiteX1" fmla="*/ 12191999 w 12191999"/>
              <a:gd name="connsiteY1" fmla="*/ 0 h 3429000"/>
              <a:gd name="connsiteX2" fmla="*/ 12191999 w 12191999"/>
              <a:gd name="connsiteY2" fmla="*/ 3429000 h 3429000"/>
              <a:gd name="connsiteX3" fmla="*/ 0 w 12191999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429000">
                <a:moveTo>
                  <a:pt x="0" y="0"/>
                </a:moveTo>
                <a:lnTo>
                  <a:pt x="12191999" y="0"/>
                </a:lnTo>
                <a:lnTo>
                  <a:pt x="12191999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 tIns="137160">
            <a:no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11546331" y="260250"/>
            <a:ext cx="430920" cy="4309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1563661" y="321821"/>
            <a:ext cx="396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FFD5520-3B3B-4A6C-9BAB-9937FD8E0F76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0922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tIns="137160">
            <a:normAutofit/>
          </a:bodyPr>
          <a:lstStyle>
            <a:lvl1pPr>
              <a:defRPr sz="12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Drag &amp; Drop Here</a:t>
            </a:r>
          </a:p>
        </p:txBody>
      </p:sp>
    </p:spTree>
    <p:extLst>
      <p:ext uri="{BB962C8B-B14F-4D97-AF65-F5344CB8AC3E}">
        <p14:creationId xmlns:p14="http://schemas.microsoft.com/office/powerpoint/2010/main" val="1755424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196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152" userDrawn="1">
          <p15:clr>
            <a:srgbClr val="FBAE40"/>
          </p15:clr>
        </p15:guide>
        <p15:guide id="3" pos="52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2247C-74A4-FA4C-88D1-8C7601D947F8}" type="datetimeFigureOut">
              <a:t>2026-10-20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A517C-F1B1-BF40-82AE-31F321B1647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5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0" r:id="rId2"/>
    <p:sldLayoutId id="2147483668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7" r:id="rId32"/>
    <p:sldLayoutId id="2147483698" r:id="rId33"/>
    <p:sldLayoutId id="2147483699" r:id="rId34"/>
    <p:sldLayoutId id="2147483694" r:id="rId35"/>
    <p:sldLayoutId id="2147483695" r:id="rId36"/>
    <p:sldLayoutId id="2147483696" r:id="rId37"/>
    <p:sldLayoutId id="2147483700" r:id="rId38"/>
    <p:sldLayoutId id="2147483701" r:id="rId39"/>
    <p:sldLayoutId id="2147483670" r:id="rId40"/>
    <p:sldLayoutId id="2147483669" r:id="rId41"/>
    <p:sldLayoutId id="2147483704" r:id="rId42"/>
    <p:sldLayoutId id="2147483702" r:id="rId43"/>
    <p:sldLayoutId id="2147483703" r:id="rId44"/>
    <p:sldLayoutId id="2147483661" r:id="rId4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Rectangle 2697"/>
          <p:cNvSpPr/>
          <p:nvPr/>
        </p:nvSpPr>
        <p:spPr>
          <a:xfrm>
            <a:off x="0" y="0"/>
            <a:ext cx="203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9" name="Rectangle 2698"/>
          <p:cNvSpPr/>
          <p:nvPr/>
        </p:nvSpPr>
        <p:spPr>
          <a:xfrm>
            <a:off x="2032000" y="0"/>
            <a:ext cx="203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0" name="Rectangle 2699"/>
          <p:cNvSpPr/>
          <p:nvPr/>
        </p:nvSpPr>
        <p:spPr>
          <a:xfrm>
            <a:off x="4064000" y="0"/>
            <a:ext cx="203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1" name="Rectangle 2700"/>
          <p:cNvSpPr/>
          <p:nvPr/>
        </p:nvSpPr>
        <p:spPr>
          <a:xfrm>
            <a:off x="6096000" y="0"/>
            <a:ext cx="203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2" name="Rectangle 2701"/>
          <p:cNvSpPr/>
          <p:nvPr/>
        </p:nvSpPr>
        <p:spPr>
          <a:xfrm>
            <a:off x="8128000" y="0"/>
            <a:ext cx="203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3" name="Rectangle 2702"/>
          <p:cNvSpPr/>
          <p:nvPr/>
        </p:nvSpPr>
        <p:spPr>
          <a:xfrm>
            <a:off x="10160000" y="0"/>
            <a:ext cx="203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3" name="Freeform 2692"/>
          <p:cNvSpPr/>
          <p:nvPr/>
        </p:nvSpPr>
        <p:spPr>
          <a:xfrm>
            <a:off x="6465026" y="2946376"/>
            <a:ext cx="1662974" cy="481785"/>
          </a:xfrm>
          <a:custGeom>
            <a:avLst/>
            <a:gdLst>
              <a:gd name="connsiteX0" fmla="*/ 1126993 w 1662974"/>
              <a:gd name="connsiteY0" fmla="*/ 247 h 481785"/>
              <a:gd name="connsiteX1" fmla="*/ 1400991 w 1662974"/>
              <a:gd name="connsiteY1" fmla="*/ 122467 h 481785"/>
              <a:gd name="connsiteX2" fmla="*/ 1600321 w 1662974"/>
              <a:gd name="connsiteY2" fmla="*/ 122467 h 481785"/>
              <a:gd name="connsiteX3" fmla="*/ 1662974 w 1662974"/>
              <a:gd name="connsiteY3" fmla="*/ 122467 h 481785"/>
              <a:gd name="connsiteX4" fmla="*/ 1662974 w 1662974"/>
              <a:gd name="connsiteY4" fmla="*/ 481785 h 481785"/>
              <a:gd name="connsiteX5" fmla="*/ 1512749 w 1662974"/>
              <a:gd name="connsiteY5" fmla="*/ 477333 h 481785"/>
              <a:gd name="connsiteX6" fmla="*/ 1037392 w 1662974"/>
              <a:gd name="connsiteY6" fmla="*/ 467868 h 481785"/>
              <a:gd name="connsiteX7" fmla="*/ 263445 w 1662974"/>
              <a:gd name="connsiteY7" fmla="*/ 462554 h 481785"/>
              <a:gd name="connsiteX8" fmla="*/ 8926 w 1662974"/>
              <a:gd name="connsiteY8" fmla="*/ 451926 h 481785"/>
              <a:gd name="connsiteX9" fmla="*/ 356942 w 1662974"/>
              <a:gd name="connsiteY9" fmla="*/ 361590 h 481785"/>
              <a:gd name="connsiteX10" fmla="*/ 658210 w 1662974"/>
              <a:gd name="connsiteY10" fmla="*/ 207488 h 481785"/>
              <a:gd name="connsiteX11" fmla="*/ 860787 w 1662974"/>
              <a:gd name="connsiteY11" fmla="*/ 164977 h 481785"/>
              <a:gd name="connsiteX12" fmla="*/ 1126993 w 1662974"/>
              <a:gd name="connsiteY12" fmla="*/ 247 h 481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62974" h="481785">
                <a:moveTo>
                  <a:pt x="1126993" y="247"/>
                </a:moveTo>
                <a:cubicBezTo>
                  <a:pt x="1223087" y="4233"/>
                  <a:pt x="1320480" y="56043"/>
                  <a:pt x="1400991" y="122467"/>
                </a:cubicBezTo>
                <a:cubicBezTo>
                  <a:pt x="1468517" y="122467"/>
                  <a:pt x="1534744" y="122467"/>
                  <a:pt x="1600321" y="122467"/>
                </a:cubicBezTo>
                <a:lnTo>
                  <a:pt x="1662974" y="122467"/>
                </a:lnTo>
                <a:lnTo>
                  <a:pt x="1662974" y="481785"/>
                </a:lnTo>
                <a:lnTo>
                  <a:pt x="1512749" y="477333"/>
                </a:lnTo>
                <a:cubicBezTo>
                  <a:pt x="1351321" y="472185"/>
                  <a:pt x="1191921" y="467868"/>
                  <a:pt x="1037392" y="467868"/>
                </a:cubicBezTo>
                <a:cubicBezTo>
                  <a:pt x="772484" y="467868"/>
                  <a:pt x="523159" y="462554"/>
                  <a:pt x="263445" y="462554"/>
                </a:cubicBezTo>
                <a:cubicBezTo>
                  <a:pt x="221891" y="462554"/>
                  <a:pt x="19315" y="478496"/>
                  <a:pt x="8926" y="451926"/>
                </a:cubicBezTo>
                <a:cubicBezTo>
                  <a:pt x="-63794" y="271255"/>
                  <a:pt x="330971" y="372218"/>
                  <a:pt x="356942" y="361590"/>
                </a:cubicBezTo>
                <a:cubicBezTo>
                  <a:pt x="362137" y="361590"/>
                  <a:pt x="658210" y="58700"/>
                  <a:pt x="658210" y="207488"/>
                </a:cubicBezTo>
                <a:cubicBezTo>
                  <a:pt x="658210" y="154350"/>
                  <a:pt x="788067" y="228744"/>
                  <a:pt x="860787" y="164977"/>
                </a:cubicBezTo>
                <a:cubicBezTo>
                  <a:pt x="936104" y="40101"/>
                  <a:pt x="1030899" y="-3738"/>
                  <a:pt x="1126993" y="247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5" name="Freeform 2694"/>
          <p:cNvSpPr/>
          <p:nvPr/>
        </p:nvSpPr>
        <p:spPr>
          <a:xfrm>
            <a:off x="8128000" y="2697065"/>
            <a:ext cx="2032000" cy="743651"/>
          </a:xfrm>
          <a:custGeom>
            <a:avLst/>
            <a:gdLst>
              <a:gd name="connsiteX0" fmla="*/ 1754388 w 2032000"/>
              <a:gd name="connsiteY0" fmla="*/ 1913 h 743651"/>
              <a:gd name="connsiteX1" fmla="*/ 1998161 w 2032000"/>
              <a:gd name="connsiteY1" fmla="*/ 105317 h 743651"/>
              <a:gd name="connsiteX2" fmla="*/ 2032000 w 2032000"/>
              <a:gd name="connsiteY2" fmla="*/ 154291 h 743651"/>
              <a:gd name="connsiteX3" fmla="*/ 2032000 w 2032000"/>
              <a:gd name="connsiteY3" fmla="*/ 466271 h 743651"/>
              <a:gd name="connsiteX4" fmla="*/ 1862474 w 2032000"/>
              <a:gd name="connsiteY4" fmla="*/ 467427 h 743651"/>
              <a:gd name="connsiteX5" fmla="*/ 293804 w 2032000"/>
              <a:gd name="connsiteY5" fmla="*/ 483369 h 743651"/>
              <a:gd name="connsiteX6" fmla="*/ 418466 w 2032000"/>
              <a:gd name="connsiteY6" fmla="*/ 589646 h 743651"/>
              <a:gd name="connsiteX7" fmla="*/ 1109304 w 2032000"/>
              <a:gd name="connsiteY7" fmla="*/ 621529 h 743651"/>
              <a:gd name="connsiteX8" fmla="*/ 1846891 w 2032000"/>
              <a:gd name="connsiteY8" fmla="*/ 626843 h 743651"/>
              <a:gd name="connsiteX9" fmla="*/ 1280716 w 2032000"/>
              <a:gd name="connsiteY9" fmla="*/ 701237 h 743651"/>
              <a:gd name="connsiteX10" fmla="*/ 337306 w 2032000"/>
              <a:gd name="connsiteY10" fmla="*/ 741091 h 743651"/>
              <a:gd name="connsiteX11" fmla="*/ 0 w 2032000"/>
              <a:gd name="connsiteY11" fmla="*/ 731096 h 743651"/>
              <a:gd name="connsiteX12" fmla="*/ 0 w 2032000"/>
              <a:gd name="connsiteY12" fmla="*/ 371778 h 743651"/>
              <a:gd name="connsiteX13" fmla="*/ 132782 w 2032000"/>
              <a:gd name="connsiteY13" fmla="*/ 371778 h 743651"/>
              <a:gd name="connsiteX14" fmla="*/ 818425 w 2032000"/>
              <a:gd name="connsiteY14" fmla="*/ 334580 h 743651"/>
              <a:gd name="connsiteX15" fmla="*/ 1021002 w 2032000"/>
              <a:gd name="connsiteY15" fmla="*/ 185792 h 743651"/>
              <a:gd name="connsiteX16" fmla="*/ 1332658 w 2032000"/>
              <a:gd name="connsiteY16" fmla="*/ 313325 h 743651"/>
              <a:gd name="connsiteX17" fmla="*/ 1754388 w 2032000"/>
              <a:gd name="connsiteY17" fmla="*/ 1913 h 743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032000" h="743651">
                <a:moveTo>
                  <a:pt x="1754388" y="1913"/>
                </a:moveTo>
                <a:cubicBezTo>
                  <a:pt x="1841078" y="-7869"/>
                  <a:pt x="1926880" y="18870"/>
                  <a:pt x="1998161" y="105317"/>
                </a:cubicBezTo>
                <a:lnTo>
                  <a:pt x="2032000" y="154291"/>
                </a:lnTo>
                <a:lnTo>
                  <a:pt x="2032000" y="466271"/>
                </a:lnTo>
                <a:lnTo>
                  <a:pt x="1862474" y="467427"/>
                </a:lnTo>
                <a:cubicBezTo>
                  <a:pt x="1358630" y="467427"/>
                  <a:pt x="802842" y="515252"/>
                  <a:pt x="293804" y="483369"/>
                </a:cubicBezTo>
                <a:cubicBezTo>
                  <a:pt x="324969" y="536507"/>
                  <a:pt x="330164" y="616215"/>
                  <a:pt x="418466" y="589646"/>
                </a:cubicBezTo>
                <a:cubicBezTo>
                  <a:pt x="709346" y="488682"/>
                  <a:pt x="849591" y="621529"/>
                  <a:pt x="1109304" y="621529"/>
                </a:cubicBezTo>
                <a:cubicBezTo>
                  <a:pt x="1348241" y="621529"/>
                  <a:pt x="1597566" y="626843"/>
                  <a:pt x="1846891" y="626843"/>
                </a:cubicBezTo>
                <a:cubicBezTo>
                  <a:pt x="2153353" y="626843"/>
                  <a:pt x="1400184" y="685296"/>
                  <a:pt x="1280716" y="701237"/>
                </a:cubicBezTo>
                <a:cubicBezTo>
                  <a:pt x="984642" y="743748"/>
                  <a:pt x="662597" y="747734"/>
                  <a:pt x="337306" y="741091"/>
                </a:cubicBezTo>
                <a:lnTo>
                  <a:pt x="0" y="731096"/>
                </a:lnTo>
                <a:lnTo>
                  <a:pt x="0" y="371778"/>
                </a:lnTo>
                <a:lnTo>
                  <a:pt x="132782" y="371778"/>
                </a:lnTo>
                <a:cubicBezTo>
                  <a:pt x="392495" y="371778"/>
                  <a:pt x="527546" y="238931"/>
                  <a:pt x="818425" y="334580"/>
                </a:cubicBezTo>
                <a:cubicBezTo>
                  <a:pt x="948282" y="382405"/>
                  <a:pt x="901534" y="185792"/>
                  <a:pt x="1021002" y="185792"/>
                </a:cubicBezTo>
                <a:cubicBezTo>
                  <a:pt x="1150859" y="185792"/>
                  <a:pt x="1265133" y="196420"/>
                  <a:pt x="1332658" y="313325"/>
                </a:cubicBezTo>
                <a:cubicBezTo>
                  <a:pt x="1404079" y="187120"/>
                  <a:pt x="1581009" y="21477"/>
                  <a:pt x="1754388" y="191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7" name="Freeform 2696"/>
          <p:cNvSpPr/>
          <p:nvPr/>
        </p:nvSpPr>
        <p:spPr>
          <a:xfrm>
            <a:off x="10160001" y="2851355"/>
            <a:ext cx="614809" cy="311980"/>
          </a:xfrm>
          <a:custGeom>
            <a:avLst/>
            <a:gdLst>
              <a:gd name="connsiteX0" fmla="*/ 0 w 614809"/>
              <a:gd name="connsiteY0" fmla="*/ 0 h 311980"/>
              <a:gd name="connsiteX1" fmla="*/ 7079 w 614809"/>
              <a:gd name="connsiteY1" fmla="*/ 10246 h 311980"/>
              <a:gd name="connsiteX2" fmla="*/ 209656 w 614809"/>
              <a:gd name="connsiteY2" fmla="*/ 52756 h 311980"/>
              <a:gd name="connsiteX3" fmla="*/ 510924 w 614809"/>
              <a:gd name="connsiteY3" fmla="*/ 206859 h 311980"/>
              <a:gd name="connsiteX4" fmla="*/ 614809 w 614809"/>
              <a:gd name="connsiteY4" fmla="*/ 196231 h 311980"/>
              <a:gd name="connsiteX5" fmla="*/ 614809 w 614809"/>
              <a:gd name="connsiteY5" fmla="*/ 307822 h 311980"/>
              <a:gd name="connsiteX6" fmla="*/ 609614 w 614809"/>
              <a:gd name="connsiteY6" fmla="*/ 307822 h 311980"/>
              <a:gd name="connsiteX7" fmla="*/ 220044 w 614809"/>
              <a:gd name="connsiteY7" fmla="*/ 310479 h 311980"/>
              <a:gd name="connsiteX8" fmla="*/ 0 w 614809"/>
              <a:gd name="connsiteY8" fmla="*/ 311980 h 31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809" h="311980">
                <a:moveTo>
                  <a:pt x="0" y="0"/>
                </a:moveTo>
                <a:lnTo>
                  <a:pt x="7079" y="10246"/>
                </a:lnTo>
                <a:cubicBezTo>
                  <a:pt x="84993" y="74012"/>
                  <a:pt x="209656" y="-382"/>
                  <a:pt x="209656" y="52756"/>
                </a:cubicBezTo>
                <a:cubicBezTo>
                  <a:pt x="209656" y="-96032"/>
                  <a:pt x="510924" y="206859"/>
                  <a:pt x="510924" y="206859"/>
                </a:cubicBezTo>
                <a:cubicBezTo>
                  <a:pt x="521312" y="212173"/>
                  <a:pt x="562866" y="201545"/>
                  <a:pt x="614809" y="196231"/>
                </a:cubicBezTo>
                <a:cubicBezTo>
                  <a:pt x="614809" y="196231"/>
                  <a:pt x="614809" y="196231"/>
                  <a:pt x="614809" y="307822"/>
                </a:cubicBezTo>
                <a:cubicBezTo>
                  <a:pt x="614809" y="307822"/>
                  <a:pt x="609614" y="307822"/>
                  <a:pt x="609614" y="307822"/>
                </a:cubicBezTo>
                <a:cubicBezTo>
                  <a:pt x="477160" y="307822"/>
                  <a:pt x="348602" y="309151"/>
                  <a:pt x="220044" y="310479"/>
                </a:cubicBezTo>
                <a:lnTo>
                  <a:pt x="0" y="31198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" name="Oval 2661"/>
          <p:cNvSpPr/>
          <p:nvPr/>
        </p:nvSpPr>
        <p:spPr>
          <a:xfrm>
            <a:off x="1567587" y="1048539"/>
            <a:ext cx="3835226" cy="38352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69" name="Group 2668"/>
          <p:cNvGrpSpPr/>
          <p:nvPr/>
        </p:nvGrpSpPr>
        <p:grpSpPr>
          <a:xfrm>
            <a:off x="0" y="2219333"/>
            <a:ext cx="12192000" cy="4893997"/>
            <a:chOff x="0" y="1964004"/>
            <a:chExt cx="12192000" cy="4893997"/>
          </a:xfrm>
        </p:grpSpPr>
        <p:grpSp>
          <p:nvGrpSpPr>
            <p:cNvPr id="2661" name="Group 2660"/>
            <p:cNvGrpSpPr/>
            <p:nvPr/>
          </p:nvGrpSpPr>
          <p:grpSpPr>
            <a:xfrm>
              <a:off x="0" y="3073598"/>
              <a:ext cx="12192000" cy="3784403"/>
              <a:chOff x="0" y="3073598"/>
              <a:chExt cx="12192000" cy="3784403"/>
            </a:xfrm>
          </p:grpSpPr>
          <p:grpSp>
            <p:nvGrpSpPr>
              <p:cNvPr id="2646" name="Group 2645"/>
              <p:cNvGrpSpPr/>
              <p:nvPr/>
            </p:nvGrpSpPr>
            <p:grpSpPr>
              <a:xfrm>
                <a:off x="2424114" y="3320552"/>
                <a:ext cx="7735886" cy="2380308"/>
                <a:chOff x="2424114" y="3320552"/>
                <a:chExt cx="7735886" cy="2380308"/>
              </a:xfrm>
            </p:grpSpPr>
            <p:grpSp>
              <p:nvGrpSpPr>
                <p:cNvPr id="2645" name="Group 2644"/>
                <p:cNvGrpSpPr/>
                <p:nvPr/>
              </p:nvGrpSpPr>
              <p:grpSpPr>
                <a:xfrm>
                  <a:off x="2424114" y="3320552"/>
                  <a:ext cx="7735886" cy="2380308"/>
                  <a:chOff x="2424114" y="3320552"/>
                  <a:chExt cx="7735886" cy="2380308"/>
                </a:xfrm>
              </p:grpSpPr>
              <p:sp>
                <p:nvSpPr>
                  <p:cNvPr id="2595" name="Freeform 2594"/>
                  <p:cNvSpPr/>
                  <p:nvPr/>
                </p:nvSpPr>
                <p:spPr>
                  <a:xfrm>
                    <a:off x="2424114" y="4028686"/>
                    <a:ext cx="1639887" cy="1672174"/>
                  </a:xfrm>
                  <a:custGeom>
                    <a:avLst/>
                    <a:gdLst>
                      <a:gd name="connsiteX0" fmla="*/ 1639887 w 1639887"/>
                      <a:gd name="connsiteY0" fmla="*/ 0 h 1672174"/>
                      <a:gd name="connsiteX1" fmla="*/ 1639887 w 1639887"/>
                      <a:gd name="connsiteY1" fmla="*/ 1664088 h 1672174"/>
                      <a:gd name="connsiteX2" fmla="*/ 1332373 w 1639887"/>
                      <a:gd name="connsiteY2" fmla="*/ 1665604 h 1672174"/>
                      <a:gd name="connsiteX3" fmla="*/ 0 w 1639887"/>
                      <a:gd name="connsiteY3" fmla="*/ 1672174 h 1672174"/>
                      <a:gd name="connsiteX4" fmla="*/ 0 w 1639887"/>
                      <a:gd name="connsiteY4" fmla="*/ 669939 h 1672174"/>
                      <a:gd name="connsiteX5" fmla="*/ 48802 w 1639887"/>
                      <a:gd name="connsiteY5" fmla="*/ 636029 h 1672174"/>
                      <a:gd name="connsiteX6" fmla="*/ 1531617 w 1639887"/>
                      <a:gd name="connsiteY6" fmla="*/ 36948 h 16721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639887" h="1672174">
                        <a:moveTo>
                          <a:pt x="1639887" y="0"/>
                        </a:moveTo>
                        <a:lnTo>
                          <a:pt x="1639887" y="1664088"/>
                        </a:lnTo>
                        <a:lnTo>
                          <a:pt x="1332373" y="1665604"/>
                        </a:lnTo>
                        <a:cubicBezTo>
                          <a:pt x="909392" y="1667690"/>
                          <a:pt x="465609" y="1669878"/>
                          <a:pt x="0" y="1672174"/>
                        </a:cubicBezTo>
                        <a:cubicBezTo>
                          <a:pt x="0" y="1672174"/>
                          <a:pt x="0" y="1672174"/>
                          <a:pt x="0" y="669939"/>
                        </a:cubicBezTo>
                        <a:cubicBezTo>
                          <a:pt x="0" y="669939"/>
                          <a:pt x="0" y="669939"/>
                          <a:pt x="48802" y="636029"/>
                        </a:cubicBezTo>
                        <a:cubicBezTo>
                          <a:pt x="585619" y="296926"/>
                          <a:pt x="1407737" y="85929"/>
                          <a:pt x="1531617" y="36948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97" name="Freeform 2596"/>
                  <p:cNvSpPr/>
                  <p:nvPr/>
                </p:nvSpPr>
                <p:spPr>
                  <a:xfrm>
                    <a:off x="4064000" y="3320552"/>
                    <a:ext cx="2032000" cy="2372223"/>
                  </a:xfrm>
                  <a:custGeom>
                    <a:avLst/>
                    <a:gdLst>
                      <a:gd name="connsiteX0" fmla="*/ 1682371 w 2032000"/>
                      <a:gd name="connsiteY0" fmla="*/ 0 h 2372223"/>
                      <a:gd name="connsiteX1" fmla="*/ 1704894 w 2032000"/>
                      <a:gd name="connsiteY1" fmla="*/ 2826 h 2372223"/>
                      <a:gd name="connsiteX2" fmla="*/ 1911362 w 2032000"/>
                      <a:gd name="connsiteY2" fmla="*/ 36736 h 2372223"/>
                      <a:gd name="connsiteX3" fmla="*/ 2031489 w 2032000"/>
                      <a:gd name="connsiteY3" fmla="*/ 78182 h 2372223"/>
                      <a:gd name="connsiteX4" fmla="*/ 2032000 w 2032000"/>
                      <a:gd name="connsiteY4" fmla="*/ 78486 h 2372223"/>
                      <a:gd name="connsiteX5" fmla="*/ 2032000 w 2032000"/>
                      <a:gd name="connsiteY5" fmla="*/ 2362203 h 2372223"/>
                      <a:gd name="connsiteX6" fmla="*/ 1988929 w 2032000"/>
                      <a:gd name="connsiteY6" fmla="*/ 2362415 h 2372223"/>
                      <a:gd name="connsiteX7" fmla="*/ 108571 w 2032000"/>
                      <a:gd name="connsiteY7" fmla="*/ 2371687 h 2372223"/>
                      <a:gd name="connsiteX8" fmla="*/ 0 w 2032000"/>
                      <a:gd name="connsiteY8" fmla="*/ 2372223 h 2372223"/>
                      <a:gd name="connsiteX9" fmla="*/ 0 w 2032000"/>
                      <a:gd name="connsiteY9" fmla="*/ 708135 h 2372223"/>
                      <a:gd name="connsiteX10" fmla="*/ 79428 w 2032000"/>
                      <a:gd name="connsiteY10" fmla="*/ 681030 h 2372223"/>
                      <a:gd name="connsiteX11" fmla="*/ 270881 w 2032000"/>
                      <a:gd name="connsiteY11" fmla="*/ 583067 h 2372223"/>
                      <a:gd name="connsiteX12" fmla="*/ 736372 w 2032000"/>
                      <a:gd name="connsiteY12" fmla="*/ 300482 h 2372223"/>
                      <a:gd name="connsiteX13" fmla="*/ 770158 w 2032000"/>
                      <a:gd name="connsiteY13" fmla="*/ 292947 h 2372223"/>
                      <a:gd name="connsiteX14" fmla="*/ 860253 w 2032000"/>
                      <a:gd name="connsiteY14" fmla="*/ 251501 h 2372223"/>
                      <a:gd name="connsiteX15" fmla="*/ 916562 w 2032000"/>
                      <a:gd name="connsiteY15" fmla="*/ 202519 h 2372223"/>
                      <a:gd name="connsiteX16" fmla="*/ 957856 w 2032000"/>
                      <a:gd name="connsiteY16" fmla="*/ 164841 h 2372223"/>
                      <a:gd name="connsiteX17" fmla="*/ 991641 w 2032000"/>
                      <a:gd name="connsiteY17" fmla="*/ 157306 h 2372223"/>
                      <a:gd name="connsiteX18" fmla="*/ 1115522 w 2032000"/>
                      <a:gd name="connsiteY18" fmla="*/ 130931 h 2372223"/>
                      <a:gd name="connsiteX19" fmla="*/ 1337006 w 2032000"/>
                      <a:gd name="connsiteY19" fmla="*/ 138467 h 2372223"/>
                      <a:gd name="connsiteX20" fmla="*/ 1370792 w 2032000"/>
                      <a:gd name="connsiteY20" fmla="*/ 123396 h 2372223"/>
                      <a:gd name="connsiteX21" fmla="*/ 1404577 w 2032000"/>
                      <a:gd name="connsiteY21" fmla="*/ 115860 h 2372223"/>
                      <a:gd name="connsiteX22" fmla="*/ 1472149 w 2032000"/>
                      <a:gd name="connsiteY22" fmla="*/ 81950 h 2372223"/>
                      <a:gd name="connsiteX23" fmla="*/ 1550982 w 2032000"/>
                      <a:gd name="connsiteY23" fmla="*/ 59343 h 2372223"/>
                      <a:gd name="connsiteX24" fmla="*/ 1581014 w 2032000"/>
                      <a:gd name="connsiteY24" fmla="*/ 32968 h 2372223"/>
                      <a:gd name="connsiteX25" fmla="*/ 1659847 w 2032000"/>
                      <a:gd name="connsiteY25" fmla="*/ 10362 h 2372223"/>
                      <a:gd name="connsiteX26" fmla="*/ 1659847 w 2032000"/>
                      <a:gd name="connsiteY26" fmla="*/ 2826 h 2372223"/>
                      <a:gd name="connsiteX27" fmla="*/ 1682371 w 2032000"/>
                      <a:gd name="connsiteY27" fmla="*/ 0 h 2372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2032000" h="2372223">
                        <a:moveTo>
                          <a:pt x="1682371" y="0"/>
                        </a:moveTo>
                        <a:cubicBezTo>
                          <a:pt x="1691756" y="0"/>
                          <a:pt x="1701141" y="942"/>
                          <a:pt x="1704894" y="2826"/>
                        </a:cubicBezTo>
                        <a:cubicBezTo>
                          <a:pt x="1742434" y="14129"/>
                          <a:pt x="1873823" y="21665"/>
                          <a:pt x="1911362" y="36736"/>
                        </a:cubicBezTo>
                        <a:cubicBezTo>
                          <a:pt x="1945148" y="55575"/>
                          <a:pt x="1993950" y="63111"/>
                          <a:pt x="2031489" y="78182"/>
                        </a:cubicBezTo>
                        <a:lnTo>
                          <a:pt x="2032000" y="78486"/>
                        </a:lnTo>
                        <a:lnTo>
                          <a:pt x="2032000" y="2362203"/>
                        </a:lnTo>
                        <a:lnTo>
                          <a:pt x="1988929" y="2362415"/>
                        </a:lnTo>
                        <a:cubicBezTo>
                          <a:pt x="1415822" y="2365241"/>
                          <a:pt x="790615" y="2368324"/>
                          <a:pt x="108571" y="2371687"/>
                        </a:cubicBezTo>
                        <a:lnTo>
                          <a:pt x="0" y="2372223"/>
                        </a:lnTo>
                        <a:lnTo>
                          <a:pt x="0" y="708135"/>
                        </a:lnTo>
                        <a:lnTo>
                          <a:pt x="79428" y="681030"/>
                        </a:lnTo>
                        <a:cubicBezTo>
                          <a:pt x="150754" y="658424"/>
                          <a:pt x="218325" y="616978"/>
                          <a:pt x="270881" y="583067"/>
                        </a:cubicBezTo>
                        <a:cubicBezTo>
                          <a:pt x="428547" y="488872"/>
                          <a:pt x="604983" y="398445"/>
                          <a:pt x="736372" y="300482"/>
                        </a:cubicBezTo>
                        <a:cubicBezTo>
                          <a:pt x="747634" y="292947"/>
                          <a:pt x="751388" y="296715"/>
                          <a:pt x="770158" y="292947"/>
                        </a:cubicBezTo>
                        <a:cubicBezTo>
                          <a:pt x="792681" y="289179"/>
                          <a:pt x="837729" y="262804"/>
                          <a:pt x="860253" y="251501"/>
                        </a:cubicBezTo>
                        <a:cubicBezTo>
                          <a:pt x="879023" y="243965"/>
                          <a:pt x="901546" y="213823"/>
                          <a:pt x="916562" y="202519"/>
                        </a:cubicBezTo>
                        <a:cubicBezTo>
                          <a:pt x="924070" y="194984"/>
                          <a:pt x="957856" y="164841"/>
                          <a:pt x="957856" y="164841"/>
                        </a:cubicBezTo>
                        <a:cubicBezTo>
                          <a:pt x="980380" y="157306"/>
                          <a:pt x="972872" y="164841"/>
                          <a:pt x="991641" y="157306"/>
                        </a:cubicBezTo>
                        <a:cubicBezTo>
                          <a:pt x="1029181" y="138467"/>
                          <a:pt x="1051705" y="123396"/>
                          <a:pt x="1115522" y="130931"/>
                        </a:cubicBezTo>
                        <a:cubicBezTo>
                          <a:pt x="1183094" y="142235"/>
                          <a:pt x="1261927" y="138467"/>
                          <a:pt x="1337006" y="138467"/>
                        </a:cubicBezTo>
                        <a:cubicBezTo>
                          <a:pt x="1367038" y="138467"/>
                          <a:pt x="1359530" y="134699"/>
                          <a:pt x="1370792" y="123396"/>
                        </a:cubicBezTo>
                        <a:cubicBezTo>
                          <a:pt x="1378300" y="119628"/>
                          <a:pt x="1397069" y="119628"/>
                          <a:pt x="1404577" y="115860"/>
                        </a:cubicBezTo>
                        <a:cubicBezTo>
                          <a:pt x="1430855" y="104557"/>
                          <a:pt x="1449625" y="97021"/>
                          <a:pt x="1472149" y="81950"/>
                        </a:cubicBezTo>
                        <a:cubicBezTo>
                          <a:pt x="1494673" y="70647"/>
                          <a:pt x="1528458" y="66879"/>
                          <a:pt x="1550982" y="59343"/>
                        </a:cubicBezTo>
                        <a:cubicBezTo>
                          <a:pt x="1562244" y="51807"/>
                          <a:pt x="1569752" y="36736"/>
                          <a:pt x="1581014" y="32968"/>
                        </a:cubicBezTo>
                        <a:cubicBezTo>
                          <a:pt x="1607291" y="25433"/>
                          <a:pt x="1637323" y="17897"/>
                          <a:pt x="1659847" y="10362"/>
                        </a:cubicBezTo>
                        <a:cubicBezTo>
                          <a:pt x="1663601" y="6594"/>
                          <a:pt x="1656093" y="2826"/>
                          <a:pt x="1659847" y="2826"/>
                        </a:cubicBezTo>
                        <a:cubicBezTo>
                          <a:pt x="1663601" y="942"/>
                          <a:pt x="1672986" y="0"/>
                          <a:pt x="1682371" y="0"/>
                        </a:cubicBezTo>
                        <a:close/>
                      </a:path>
                    </a:pathLst>
                  </a:custGeom>
                  <a:solidFill>
                    <a:schemeClr val="accent3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99" name="Freeform 2598"/>
                  <p:cNvSpPr/>
                  <p:nvPr/>
                </p:nvSpPr>
                <p:spPr>
                  <a:xfrm>
                    <a:off x="6096000" y="3399038"/>
                    <a:ext cx="2032000" cy="2283717"/>
                  </a:xfrm>
                  <a:custGeom>
                    <a:avLst/>
                    <a:gdLst>
                      <a:gd name="connsiteX0" fmla="*/ 0 w 2032000"/>
                      <a:gd name="connsiteY0" fmla="*/ 0 h 2283717"/>
                      <a:gd name="connsiteX1" fmla="*/ 12159 w 2032000"/>
                      <a:gd name="connsiteY1" fmla="*/ 7232 h 2283717"/>
                      <a:gd name="connsiteX2" fmla="*/ 22013 w 2032000"/>
                      <a:gd name="connsiteY2" fmla="*/ 14767 h 2283717"/>
                      <a:gd name="connsiteX3" fmla="*/ 55799 w 2032000"/>
                      <a:gd name="connsiteY3" fmla="*/ 26071 h 2283717"/>
                      <a:gd name="connsiteX4" fmla="*/ 209711 w 2032000"/>
                      <a:gd name="connsiteY4" fmla="*/ 97659 h 2283717"/>
                      <a:gd name="connsiteX5" fmla="*/ 288544 w 2032000"/>
                      <a:gd name="connsiteY5" fmla="*/ 112730 h 2283717"/>
                      <a:gd name="connsiteX6" fmla="*/ 438703 w 2032000"/>
                      <a:gd name="connsiteY6" fmla="*/ 206925 h 2283717"/>
                      <a:gd name="connsiteX7" fmla="*/ 630155 w 2032000"/>
                      <a:gd name="connsiteY7" fmla="*/ 263442 h 2283717"/>
                      <a:gd name="connsiteX8" fmla="*/ 697727 w 2032000"/>
                      <a:gd name="connsiteY8" fmla="*/ 278513 h 2283717"/>
                      <a:gd name="connsiteX9" fmla="*/ 907949 w 2032000"/>
                      <a:gd name="connsiteY9" fmla="*/ 350102 h 2283717"/>
                      <a:gd name="connsiteX10" fmla="*/ 1275837 w 2032000"/>
                      <a:gd name="connsiteY10" fmla="*/ 384012 h 2283717"/>
                      <a:gd name="connsiteX11" fmla="*/ 1328392 w 2032000"/>
                      <a:gd name="connsiteY11" fmla="*/ 376476 h 2283717"/>
                      <a:gd name="connsiteX12" fmla="*/ 1429749 w 2032000"/>
                      <a:gd name="connsiteY12" fmla="*/ 368941 h 2283717"/>
                      <a:gd name="connsiteX13" fmla="*/ 1463535 w 2032000"/>
                      <a:gd name="connsiteY13" fmla="*/ 361405 h 2283717"/>
                      <a:gd name="connsiteX14" fmla="*/ 1463535 w 2032000"/>
                      <a:gd name="connsiteY14" fmla="*/ 350102 h 2283717"/>
                      <a:gd name="connsiteX15" fmla="*/ 1519845 w 2032000"/>
                      <a:gd name="connsiteY15" fmla="*/ 342566 h 2283717"/>
                      <a:gd name="connsiteX16" fmla="*/ 1519845 w 2032000"/>
                      <a:gd name="connsiteY16" fmla="*/ 335030 h 2283717"/>
                      <a:gd name="connsiteX17" fmla="*/ 1561138 w 2032000"/>
                      <a:gd name="connsiteY17" fmla="*/ 335030 h 2283717"/>
                      <a:gd name="connsiteX18" fmla="*/ 1733820 w 2032000"/>
                      <a:gd name="connsiteY18" fmla="*/ 338798 h 2283717"/>
                      <a:gd name="connsiteX19" fmla="*/ 1786376 w 2032000"/>
                      <a:gd name="connsiteY19" fmla="*/ 350102 h 2283717"/>
                      <a:gd name="connsiteX20" fmla="*/ 1940288 w 2032000"/>
                      <a:gd name="connsiteY20" fmla="*/ 391547 h 2283717"/>
                      <a:gd name="connsiteX21" fmla="*/ 2032000 w 2032000"/>
                      <a:gd name="connsiteY21" fmla="*/ 425200 h 2283717"/>
                      <a:gd name="connsiteX22" fmla="*/ 2032000 w 2032000"/>
                      <a:gd name="connsiteY22" fmla="*/ 2273696 h 2283717"/>
                      <a:gd name="connsiteX23" fmla="*/ 1803222 w 2032000"/>
                      <a:gd name="connsiteY23" fmla="*/ 2274824 h 2283717"/>
                      <a:gd name="connsiteX24" fmla="*/ 294579 w 2032000"/>
                      <a:gd name="connsiteY24" fmla="*/ 2282264 h 2283717"/>
                      <a:gd name="connsiteX25" fmla="*/ 0 w 2032000"/>
                      <a:gd name="connsiteY25" fmla="*/ 2283717 h 22837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2032000" h="2283717">
                        <a:moveTo>
                          <a:pt x="0" y="0"/>
                        </a:moveTo>
                        <a:lnTo>
                          <a:pt x="12159" y="7232"/>
                        </a:lnTo>
                        <a:cubicBezTo>
                          <a:pt x="15444" y="10058"/>
                          <a:pt x="18259" y="12883"/>
                          <a:pt x="22013" y="14767"/>
                        </a:cubicBezTo>
                        <a:cubicBezTo>
                          <a:pt x="33275" y="22303"/>
                          <a:pt x="44537" y="18535"/>
                          <a:pt x="55799" y="26071"/>
                        </a:cubicBezTo>
                        <a:cubicBezTo>
                          <a:pt x="108354" y="48677"/>
                          <a:pt x="160910" y="75052"/>
                          <a:pt x="209711" y="97659"/>
                        </a:cubicBezTo>
                        <a:cubicBezTo>
                          <a:pt x="235989" y="105194"/>
                          <a:pt x="266021" y="105194"/>
                          <a:pt x="288544" y="112730"/>
                        </a:cubicBezTo>
                        <a:cubicBezTo>
                          <a:pt x="382394" y="146640"/>
                          <a:pt x="341100" y="184318"/>
                          <a:pt x="438703" y="206925"/>
                        </a:cubicBezTo>
                        <a:cubicBezTo>
                          <a:pt x="502520" y="221996"/>
                          <a:pt x="566338" y="244603"/>
                          <a:pt x="630155" y="263442"/>
                        </a:cubicBezTo>
                        <a:cubicBezTo>
                          <a:pt x="648925" y="267210"/>
                          <a:pt x="678957" y="270978"/>
                          <a:pt x="697727" y="278513"/>
                        </a:cubicBezTo>
                        <a:cubicBezTo>
                          <a:pt x="769052" y="312424"/>
                          <a:pt x="814099" y="342566"/>
                          <a:pt x="907949" y="350102"/>
                        </a:cubicBezTo>
                        <a:cubicBezTo>
                          <a:pt x="1024321" y="365173"/>
                          <a:pt x="1136940" y="384012"/>
                          <a:pt x="1275837" y="384012"/>
                        </a:cubicBezTo>
                        <a:cubicBezTo>
                          <a:pt x="1298361" y="384012"/>
                          <a:pt x="1313377" y="376476"/>
                          <a:pt x="1328392" y="376476"/>
                        </a:cubicBezTo>
                        <a:cubicBezTo>
                          <a:pt x="1373440" y="372708"/>
                          <a:pt x="1392210" y="376476"/>
                          <a:pt x="1429749" y="368941"/>
                        </a:cubicBezTo>
                        <a:cubicBezTo>
                          <a:pt x="1441011" y="365173"/>
                          <a:pt x="1452273" y="365173"/>
                          <a:pt x="1463535" y="361405"/>
                        </a:cubicBezTo>
                        <a:cubicBezTo>
                          <a:pt x="1467289" y="357637"/>
                          <a:pt x="1459781" y="353869"/>
                          <a:pt x="1463535" y="350102"/>
                        </a:cubicBezTo>
                        <a:cubicBezTo>
                          <a:pt x="1482305" y="346334"/>
                          <a:pt x="1501075" y="350102"/>
                          <a:pt x="1519845" y="342566"/>
                        </a:cubicBezTo>
                        <a:cubicBezTo>
                          <a:pt x="1523599" y="342566"/>
                          <a:pt x="1516091" y="335030"/>
                          <a:pt x="1519845" y="335030"/>
                        </a:cubicBezTo>
                        <a:cubicBezTo>
                          <a:pt x="1519845" y="335030"/>
                          <a:pt x="1519845" y="335030"/>
                          <a:pt x="1561138" y="335030"/>
                        </a:cubicBezTo>
                        <a:cubicBezTo>
                          <a:pt x="1617448" y="335030"/>
                          <a:pt x="1677511" y="338798"/>
                          <a:pt x="1733820" y="338798"/>
                        </a:cubicBezTo>
                        <a:cubicBezTo>
                          <a:pt x="1748836" y="342566"/>
                          <a:pt x="1763852" y="346334"/>
                          <a:pt x="1786376" y="350102"/>
                        </a:cubicBezTo>
                        <a:cubicBezTo>
                          <a:pt x="1838931" y="361405"/>
                          <a:pt x="1887733" y="372708"/>
                          <a:pt x="1940288" y="391547"/>
                        </a:cubicBezTo>
                        <a:lnTo>
                          <a:pt x="2032000" y="425200"/>
                        </a:lnTo>
                        <a:lnTo>
                          <a:pt x="2032000" y="2273696"/>
                        </a:lnTo>
                        <a:lnTo>
                          <a:pt x="1803222" y="2274824"/>
                        </a:lnTo>
                        <a:cubicBezTo>
                          <a:pt x="1348337" y="2277068"/>
                          <a:pt x="847034" y="2279540"/>
                          <a:pt x="294579" y="2282264"/>
                        </a:cubicBezTo>
                        <a:lnTo>
                          <a:pt x="0" y="2283717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01" name="Freeform 2600"/>
                  <p:cNvSpPr/>
                  <p:nvPr/>
                </p:nvSpPr>
                <p:spPr>
                  <a:xfrm>
                    <a:off x="8128000" y="3824237"/>
                    <a:ext cx="2032000" cy="1848496"/>
                  </a:xfrm>
                  <a:custGeom>
                    <a:avLst/>
                    <a:gdLst>
                      <a:gd name="connsiteX0" fmla="*/ 0 w 2032000"/>
                      <a:gd name="connsiteY0" fmla="*/ 0 h 1848496"/>
                      <a:gd name="connsiteX1" fmla="*/ 64078 w 2032000"/>
                      <a:gd name="connsiteY1" fmla="*/ 23512 h 1848496"/>
                      <a:gd name="connsiteX2" fmla="*/ 520184 w 2032000"/>
                      <a:gd name="connsiteY2" fmla="*/ 233861 h 1848496"/>
                      <a:gd name="connsiteX3" fmla="*/ 1916658 w 2032000"/>
                      <a:gd name="connsiteY3" fmla="*/ 814103 h 1848496"/>
                      <a:gd name="connsiteX4" fmla="*/ 2032000 w 2032000"/>
                      <a:gd name="connsiteY4" fmla="*/ 854136 h 1848496"/>
                      <a:gd name="connsiteX5" fmla="*/ 2032000 w 2032000"/>
                      <a:gd name="connsiteY5" fmla="*/ 1838476 h 1848496"/>
                      <a:gd name="connsiteX6" fmla="*/ 1804054 w 2032000"/>
                      <a:gd name="connsiteY6" fmla="*/ 1839600 h 1848496"/>
                      <a:gd name="connsiteX7" fmla="*/ 38621 w 2032000"/>
                      <a:gd name="connsiteY7" fmla="*/ 1848306 h 1848496"/>
                      <a:gd name="connsiteX8" fmla="*/ 0 w 2032000"/>
                      <a:gd name="connsiteY8" fmla="*/ 1848496 h 18484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32000" h="1848496">
                        <a:moveTo>
                          <a:pt x="0" y="0"/>
                        </a:moveTo>
                        <a:lnTo>
                          <a:pt x="64078" y="23512"/>
                        </a:lnTo>
                        <a:cubicBezTo>
                          <a:pt x="218225" y="86211"/>
                          <a:pt x="368148" y="163215"/>
                          <a:pt x="520184" y="233861"/>
                        </a:cubicBezTo>
                        <a:cubicBezTo>
                          <a:pt x="970660" y="452394"/>
                          <a:pt x="1443659" y="648320"/>
                          <a:pt x="1916658" y="814103"/>
                        </a:cubicBezTo>
                        <a:lnTo>
                          <a:pt x="2032000" y="854136"/>
                        </a:lnTo>
                        <a:lnTo>
                          <a:pt x="2032000" y="1838476"/>
                        </a:lnTo>
                        <a:lnTo>
                          <a:pt x="1804054" y="1839600"/>
                        </a:lnTo>
                        <a:cubicBezTo>
                          <a:pt x="1319045" y="1841992"/>
                          <a:pt x="737034" y="1844862"/>
                          <a:pt x="38621" y="1848306"/>
                        </a:cubicBezTo>
                        <a:lnTo>
                          <a:pt x="0" y="1848496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640" name="Freeform 2639"/>
                <p:cNvSpPr/>
                <p:nvPr/>
              </p:nvSpPr>
              <p:spPr>
                <a:xfrm>
                  <a:off x="4941888" y="3338658"/>
                  <a:ext cx="1154113" cy="743836"/>
                </a:xfrm>
                <a:custGeom>
                  <a:avLst/>
                  <a:gdLst>
                    <a:gd name="connsiteX0" fmla="*/ 206909 w 1154113"/>
                    <a:gd name="connsiteY0" fmla="*/ 136525 h 743836"/>
                    <a:gd name="connsiteX1" fmla="*/ 346102 w 1154113"/>
                    <a:gd name="connsiteY1" fmla="*/ 144040 h 743836"/>
                    <a:gd name="connsiteX2" fmla="*/ 368674 w 1154113"/>
                    <a:gd name="connsiteY2" fmla="*/ 147798 h 743836"/>
                    <a:gd name="connsiteX3" fmla="*/ 417579 w 1154113"/>
                    <a:gd name="connsiteY3" fmla="*/ 140283 h 743836"/>
                    <a:gd name="connsiteX4" fmla="*/ 447675 w 1154113"/>
                    <a:gd name="connsiteY4" fmla="*/ 151555 h 743836"/>
                    <a:gd name="connsiteX5" fmla="*/ 278386 w 1154113"/>
                    <a:gd name="connsiteY5" fmla="*/ 268040 h 743836"/>
                    <a:gd name="connsiteX6" fmla="*/ 237005 w 1154113"/>
                    <a:gd name="connsiteY6" fmla="*/ 283070 h 743836"/>
                    <a:gd name="connsiteX7" fmla="*/ 237005 w 1154113"/>
                    <a:gd name="connsiteY7" fmla="*/ 290585 h 743836"/>
                    <a:gd name="connsiteX8" fmla="*/ 237005 w 1154113"/>
                    <a:gd name="connsiteY8" fmla="*/ 305616 h 743836"/>
                    <a:gd name="connsiteX9" fmla="*/ 255815 w 1154113"/>
                    <a:gd name="connsiteY9" fmla="*/ 331919 h 743836"/>
                    <a:gd name="connsiteX10" fmla="*/ 244529 w 1154113"/>
                    <a:gd name="connsiteY10" fmla="*/ 410828 h 743836"/>
                    <a:gd name="connsiteX11" fmla="*/ 278386 w 1154113"/>
                    <a:gd name="connsiteY11" fmla="*/ 418343 h 743836"/>
                    <a:gd name="connsiteX12" fmla="*/ 289672 w 1154113"/>
                    <a:gd name="connsiteY12" fmla="*/ 452161 h 743836"/>
                    <a:gd name="connsiteX13" fmla="*/ 331054 w 1154113"/>
                    <a:gd name="connsiteY13" fmla="*/ 470949 h 743836"/>
                    <a:gd name="connsiteX14" fmla="*/ 402532 w 1154113"/>
                    <a:gd name="connsiteY14" fmla="*/ 523555 h 743836"/>
                    <a:gd name="connsiteX15" fmla="*/ 417579 w 1154113"/>
                    <a:gd name="connsiteY15" fmla="*/ 523555 h 743836"/>
                    <a:gd name="connsiteX16" fmla="*/ 447675 w 1154113"/>
                    <a:gd name="connsiteY16" fmla="*/ 546100 h 743836"/>
                    <a:gd name="connsiteX17" fmla="*/ 417579 w 1154113"/>
                    <a:gd name="connsiteY17" fmla="*/ 546100 h 743836"/>
                    <a:gd name="connsiteX18" fmla="*/ 214433 w 1154113"/>
                    <a:gd name="connsiteY18" fmla="*/ 501009 h 743836"/>
                    <a:gd name="connsiteX19" fmla="*/ 56430 w 1154113"/>
                    <a:gd name="connsiteY19" fmla="*/ 467191 h 743836"/>
                    <a:gd name="connsiteX20" fmla="*/ 22572 w 1154113"/>
                    <a:gd name="connsiteY20" fmla="*/ 467191 h 743836"/>
                    <a:gd name="connsiteX21" fmla="*/ 15048 w 1154113"/>
                    <a:gd name="connsiteY21" fmla="*/ 452161 h 743836"/>
                    <a:gd name="connsiteX22" fmla="*/ 0 w 1154113"/>
                    <a:gd name="connsiteY22" fmla="*/ 452161 h 743836"/>
                    <a:gd name="connsiteX23" fmla="*/ 0 w 1154113"/>
                    <a:gd name="connsiteY23" fmla="*/ 418343 h 743836"/>
                    <a:gd name="connsiteX24" fmla="*/ 45144 w 1154113"/>
                    <a:gd name="connsiteY24" fmla="*/ 369494 h 743836"/>
                    <a:gd name="connsiteX25" fmla="*/ 158003 w 1154113"/>
                    <a:gd name="connsiteY25" fmla="*/ 305616 h 743836"/>
                    <a:gd name="connsiteX26" fmla="*/ 169289 w 1154113"/>
                    <a:gd name="connsiteY26" fmla="*/ 283070 h 743836"/>
                    <a:gd name="connsiteX27" fmla="*/ 191861 w 1154113"/>
                    <a:gd name="connsiteY27" fmla="*/ 279313 h 743836"/>
                    <a:gd name="connsiteX28" fmla="*/ 203147 w 1154113"/>
                    <a:gd name="connsiteY28" fmla="*/ 283070 h 743836"/>
                    <a:gd name="connsiteX29" fmla="*/ 214433 w 1154113"/>
                    <a:gd name="connsiteY29" fmla="*/ 268040 h 743836"/>
                    <a:gd name="connsiteX30" fmla="*/ 267100 w 1154113"/>
                    <a:gd name="connsiteY30" fmla="*/ 219192 h 743836"/>
                    <a:gd name="connsiteX31" fmla="*/ 203147 w 1154113"/>
                    <a:gd name="connsiteY31" fmla="*/ 185374 h 743836"/>
                    <a:gd name="connsiteX32" fmla="*/ 169289 w 1154113"/>
                    <a:gd name="connsiteY32" fmla="*/ 177858 h 743836"/>
                    <a:gd name="connsiteX33" fmla="*/ 158003 w 1154113"/>
                    <a:gd name="connsiteY33" fmla="*/ 144040 h 743836"/>
                    <a:gd name="connsiteX34" fmla="*/ 206909 w 1154113"/>
                    <a:gd name="connsiteY34" fmla="*/ 136525 h 743836"/>
                    <a:gd name="connsiteX35" fmla="*/ 814582 w 1154113"/>
                    <a:gd name="connsiteY35" fmla="*/ 0 h 743836"/>
                    <a:gd name="connsiteX36" fmla="*/ 1028545 w 1154113"/>
                    <a:gd name="connsiteY36" fmla="*/ 94292 h 743836"/>
                    <a:gd name="connsiteX37" fmla="*/ 1106905 w 1154113"/>
                    <a:gd name="connsiteY37" fmla="*/ 125409 h 743836"/>
                    <a:gd name="connsiteX38" fmla="*/ 1154113 w 1154113"/>
                    <a:gd name="connsiteY38" fmla="*/ 148389 h 743836"/>
                    <a:gd name="connsiteX39" fmla="*/ 1154113 w 1154113"/>
                    <a:gd name="connsiteY39" fmla="*/ 743836 h 743836"/>
                    <a:gd name="connsiteX40" fmla="*/ 1145381 w 1154113"/>
                    <a:gd name="connsiteY40" fmla="*/ 741136 h 743836"/>
                    <a:gd name="connsiteX41" fmla="*/ 1081097 w 1154113"/>
                    <a:gd name="connsiteY41" fmla="*/ 720392 h 743836"/>
                    <a:gd name="connsiteX42" fmla="*/ 859626 w 1154113"/>
                    <a:gd name="connsiteY42" fmla="*/ 671360 h 743836"/>
                    <a:gd name="connsiteX43" fmla="*/ 739507 w 1154113"/>
                    <a:gd name="connsiteY43" fmla="*/ 644958 h 743836"/>
                    <a:gd name="connsiteX44" fmla="*/ 668186 w 1154113"/>
                    <a:gd name="connsiteY44" fmla="*/ 671360 h 743836"/>
                    <a:gd name="connsiteX45" fmla="*/ 544312 w 1154113"/>
                    <a:gd name="connsiteY45" fmla="*/ 720392 h 743836"/>
                    <a:gd name="connsiteX46" fmla="*/ 416685 w 1154113"/>
                    <a:gd name="connsiteY46" fmla="*/ 727935 h 743836"/>
                    <a:gd name="connsiteX47" fmla="*/ 412931 w 1154113"/>
                    <a:gd name="connsiteY47" fmla="*/ 727935 h 743836"/>
                    <a:gd name="connsiteX48" fmla="*/ 371640 w 1154113"/>
                    <a:gd name="connsiteY48" fmla="*/ 731707 h 743836"/>
                    <a:gd name="connsiteX49" fmla="*/ 334102 w 1154113"/>
                    <a:gd name="connsiteY49" fmla="*/ 739250 h 743836"/>
                    <a:gd name="connsiteX50" fmla="*/ 416685 w 1154113"/>
                    <a:gd name="connsiteY50" fmla="*/ 693990 h 743836"/>
                    <a:gd name="connsiteX51" fmla="*/ 634402 w 1154113"/>
                    <a:gd name="connsiteY51" fmla="*/ 588383 h 743836"/>
                    <a:gd name="connsiteX52" fmla="*/ 638156 w 1154113"/>
                    <a:gd name="connsiteY52" fmla="*/ 588383 h 743836"/>
                    <a:gd name="connsiteX53" fmla="*/ 645663 w 1154113"/>
                    <a:gd name="connsiteY53" fmla="*/ 588383 h 743836"/>
                    <a:gd name="connsiteX54" fmla="*/ 653171 w 1154113"/>
                    <a:gd name="connsiteY54" fmla="*/ 592154 h 743836"/>
                    <a:gd name="connsiteX55" fmla="*/ 656924 w 1154113"/>
                    <a:gd name="connsiteY55" fmla="*/ 588383 h 743836"/>
                    <a:gd name="connsiteX56" fmla="*/ 668186 w 1154113"/>
                    <a:gd name="connsiteY56" fmla="*/ 573296 h 743836"/>
                    <a:gd name="connsiteX57" fmla="*/ 671939 w 1154113"/>
                    <a:gd name="connsiteY57" fmla="*/ 573296 h 743836"/>
                    <a:gd name="connsiteX58" fmla="*/ 679447 w 1154113"/>
                    <a:gd name="connsiteY58" fmla="*/ 573296 h 743836"/>
                    <a:gd name="connsiteX59" fmla="*/ 686954 w 1154113"/>
                    <a:gd name="connsiteY59" fmla="*/ 573296 h 743836"/>
                    <a:gd name="connsiteX60" fmla="*/ 690708 w 1154113"/>
                    <a:gd name="connsiteY60" fmla="*/ 573296 h 743836"/>
                    <a:gd name="connsiteX61" fmla="*/ 792059 w 1154113"/>
                    <a:gd name="connsiteY61" fmla="*/ 539351 h 743836"/>
                    <a:gd name="connsiteX62" fmla="*/ 825843 w 1154113"/>
                    <a:gd name="connsiteY62" fmla="*/ 516721 h 743836"/>
                    <a:gd name="connsiteX63" fmla="*/ 844612 w 1154113"/>
                    <a:gd name="connsiteY63" fmla="*/ 516721 h 743836"/>
                    <a:gd name="connsiteX64" fmla="*/ 957224 w 1154113"/>
                    <a:gd name="connsiteY64" fmla="*/ 501634 h 743836"/>
                    <a:gd name="connsiteX65" fmla="*/ 1122389 w 1154113"/>
                    <a:gd name="connsiteY65" fmla="*/ 475232 h 743836"/>
                    <a:gd name="connsiteX66" fmla="*/ 1103620 w 1154113"/>
                    <a:gd name="connsiteY66" fmla="*/ 460145 h 743836"/>
                    <a:gd name="connsiteX67" fmla="*/ 1081097 w 1154113"/>
                    <a:gd name="connsiteY67" fmla="*/ 437515 h 743836"/>
                    <a:gd name="connsiteX68" fmla="*/ 1058575 w 1154113"/>
                    <a:gd name="connsiteY68" fmla="*/ 429972 h 743836"/>
                    <a:gd name="connsiteX69" fmla="*/ 1047314 w 1154113"/>
                    <a:gd name="connsiteY69" fmla="*/ 396027 h 743836"/>
                    <a:gd name="connsiteX70" fmla="*/ 968485 w 1154113"/>
                    <a:gd name="connsiteY70" fmla="*/ 346995 h 743836"/>
                    <a:gd name="connsiteX71" fmla="*/ 923440 w 1154113"/>
                    <a:gd name="connsiteY71" fmla="*/ 324365 h 743836"/>
                    <a:gd name="connsiteX72" fmla="*/ 960978 w 1154113"/>
                    <a:gd name="connsiteY72" fmla="*/ 320593 h 743836"/>
                    <a:gd name="connsiteX73" fmla="*/ 1009776 w 1154113"/>
                    <a:gd name="connsiteY73" fmla="*/ 324365 h 743836"/>
                    <a:gd name="connsiteX74" fmla="*/ 1062329 w 1154113"/>
                    <a:gd name="connsiteY74" fmla="*/ 324365 h 743836"/>
                    <a:gd name="connsiteX75" fmla="*/ 1103620 w 1154113"/>
                    <a:gd name="connsiteY75" fmla="*/ 324365 h 743836"/>
                    <a:gd name="connsiteX76" fmla="*/ 1126142 w 1154113"/>
                    <a:gd name="connsiteY76" fmla="*/ 252703 h 743836"/>
                    <a:gd name="connsiteX77" fmla="*/ 994761 w 1154113"/>
                    <a:gd name="connsiteY77" fmla="*/ 173498 h 743836"/>
                    <a:gd name="connsiteX78" fmla="*/ 957224 w 1154113"/>
                    <a:gd name="connsiteY78" fmla="*/ 169726 h 743836"/>
                    <a:gd name="connsiteX79" fmla="*/ 833350 w 1154113"/>
                    <a:gd name="connsiteY79" fmla="*/ 79205 h 743836"/>
                    <a:gd name="connsiteX80" fmla="*/ 814582 w 1154113"/>
                    <a:gd name="connsiteY80" fmla="*/ 49032 h 743836"/>
                    <a:gd name="connsiteX81" fmla="*/ 803320 w 1154113"/>
                    <a:gd name="connsiteY81" fmla="*/ 49032 h 743836"/>
                    <a:gd name="connsiteX82" fmla="*/ 807074 w 1154113"/>
                    <a:gd name="connsiteY82" fmla="*/ 11315 h 743836"/>
                    <a:gd name="connsiteX83" fmla="*/ 814582 w 1154113"/>
                    <a:gd name="connsiteY83" fmla="*/ 0 h 7438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</a:cxnLst>
                  <a:rect l="l" t="t" r="r" b="b"/>
                  <a:pathLst>
                    <a:path w="1154113" h="743836">
                      <a:moveTo>
                        <a:pt x="206909" y="136525"/>
                      </a:moveTo>
                      <a:cubicBezTo>
                        <a:pt x="237005" y="136525"/>
                        <a:pt x="282148" y="140283"/>
                        <a:pt x="346102" y="144040"/>
                      </a:cubicBezTo>
                      <a:cubicBezTo>
                        <a:pt x="353626" y="144040"/>
                        <a:pt x="361150" y="147798"/>
                        <a:pt x="368674" y="147798"/>
                      </a:cubicBezTo>
                      <a:cubicBezTo>
                        <a:pt x="387484" y="147798"/>
                        <a:pt x="402532" y="144040"/>
                        <a:pt x="417579" y="140283"/>
                      </a:cubicBezTo>
                      <a:cubicBezTo>
                        <a:pt x="417579" y="140283"/>
                        <a:pt x="417579" y="140283"/>
                        <a:pt x="447675" y="151555"/>
                      </a:cubicBezTo>
                      <a:cubicBezTo>
                        <a:pt x="406294" y="192889"/>
                        <a:pt x="349864" y="234222"/>
                        <a:pt x="278386" y="268040"/>
                      </a:cubicBezTo>
                      <a:cubicBezTo>
                        <a:pt x="278386" y="268040"/>
                        <a:pt x="278386" y="268040"/>
                        <a:pt x="237005" y="283070"/>
                      </a:cubicBezTo>
                      <a:cubicBezTo>
                        <a:pt x="240767" y="286828"/>
                        <a:pt x="240767" y="290585"/>
                        <a:pt x="237005" y="290585"/>
                      </a:cubicBezTo>
                      <a:cubicBezTo>
                        <a:pt x="237005" y="290585"/>
                        <a:pt x="237005" y="290585"/>
                        <a:pt x="237005" y="305616"/>
                      </a:cubicBezTo>
                      <a:cubicBezTo>
                        <a:pt x="237005" y="305616"/>
                        <a:pt x="237005" y="305616"/>
                        <a:pt x="255815" y="331919"/>
                      </a:cubicBezTo>
                      <a:cubicBezTo>
                        <a:pt x="240767" y="361979"/>
                        <a:pt x="225719" y="388282"/>
                        <a:pt x="244529" y="410828"/>
                      </a:cubicBezTo>
                      <a:cubicBezTo>
                        <a:pt x="252053" y="418343"/>
                        <a:pt x="270862" y="418343"/>
                        <a:pt x="278386" y="418343"/>
                      </a:cubicBezTo>
                      <a:cubicBezTo>
                        <a:pt x="278386" y="418343"/>
                        <a:pt x="278386" y="418343"/>
                        <a:pt x="289672" y="452161"/>
                      </a:cubicBezTo>
                      <a:cubicBezTo>
                        <a:pt x="304720" y="452161"/>
                        <a:pt x="319768" y="455918"/>
                        <a:pt x="331054" y="470949"/>
                      </a:cubicBezTo>
                      <a:cubicBezTo>
                        <a:pt x="342340" y="493494"/>
                        <a:pt x="372436" y="508524"/>
                        <a:pt x="402532" y="523555"/>
                      </a:cubicBezTo>
                      <a:cubicBezTo>
                        <a:pt x="402532" y="523555"/>
                        <a:pt x="402532" y="523555"/>
                        <a:pt x="417579" y="523555"/>
                      </a:cubicBezTo>
                      <a:cubicBezTo>
                        <a:pt x="417579" y="523555"/>
                        <a:pt x="417579" y="523555"/>
                        <a:pt x="447675" y="546100"/>
                      </a:cubicBezTo>
                      <a:cubicBezTo>
                        <a:pt x="447675" y="546100"/>
                        <a:pt x="447675" y="546100"/>
                        <a:pt x="417579" y="546100"/>
                      </a:cubicBezTo>
                      <a:cubicBezTo>
                        <a:pt x="417579" y="546100"/>
                        <a:pt x="417579" y="546100"/>
                        <a:pt x="214433" y="501009"/>
                      </a:cubicBezTo>
                      <a:cubicBezTo>
                        <a:pt x="161765" y="489737"/>
                        <a:pt x="109098" y="489737"/>
                        <a:pt x="56430" y="467191"/>
                      </a:cubicBezTo>
                      <a:cubicBezTo>
                        <a:pt x="56430" y="467191"/>
                        <a:pt x="56430" y="467191"/>
                        <a:pt x="22572" y="467191"/>
                      </a:cubicBezTo>
                      <a:cubicBezTo>
                        <a:pt x="22572" y="467191"/>
                        <a:pt x="22572" y="467191"/>
                        <a:pt x="15048" y="452161"/>
                      </a:cubicBezTo>
                      <a:cubicBezTo>
                        <a:pt x="15048" y="452161"/>
                        <a:pt x="15048" y="452161"/>
                        <a:pt x="0" y="452161"/>
                      </a:cubicBezTo>
                      <a:cubicBezTo>
                        <a:pt x="0" y="452161"/>
                        <a:pt x="0" y="452161"/>
                        <a:pt x="0" y="418343"/>
                      </a:cubicBezTo>
                      <a:cubicBezTo>
                        <a:pt x="0" y="418343"/>
                        <a:pt x="0" y="418343"/>
                        <a:pt x="45144" y="369494"/>
                      </a:cubicBezTo>
                      <a:cubicBezTo>
                        <a:pt x="71478" y="343191"/>
                        <a:pt x="120383" y="324404"/>
                        <a:pt x="158003" y="305616"/>
                      </a:cubicBezTo>
                      <a:cubicBezTo>
                        <a:pt x="169289" y="298101"/>
                        <a:pt x="161765" y="294343"/>
                        <a:pt x="169289" y="283070"/>
                      </a:cubicBezTo>
                      <a:cubicBezTo>
                        <a:pt x="173051" y="283070"/>
                        <a:pt x="184337" y="279313"/>
                        <a:pt x="191861" y="279313"/>
                      </a:cubicBezTo>
                      <a:cubicBezTo>
                        <a:pt x="195623" y="279313"/>
                        <a:pt x="199385" y="279313"/>
                        <a:pt x="203147" y="283070"/>
                      </a:cubicBezTo>
                      <a:cubicBezTo>
                        <a:pt x="203147" y="279313"/>
                        <a:pt x="210671" y="268040"/>
                        <a:pt x="214433" y="268040"/>
                      </a:cubicBezTo>
                      <a:cubicBezTo>
                        <a:pt x="214433" y="268040"/>
                        <a:pt x="214433" y="268040"/>
                        <a:pt x="267100" y="219192"/>
                      </a:cubicBezTo>
                      <a:cubicBezTo>
                        <a:pt x="263338" y="200404"/>
                        <a:pt x="240767" y="189131"/>
                        <a:pt x="203147" y="185374"/>
                      </a:cubicBezTo>
                      <a:cubicBezTo>
                        <a:pt x="188099" y="185374"/>
                        <a:pt x="176813" y="181616"/>
                        <a:pt x="169289" y="177858"/>
                      </a:cubicBezTo>
                      <a:cubicBezTo>
                        <a:pt x="158003" y="166586"/>
                        <a:pt x="158003" y="155313"/>
                        <a:pt x="158003" y="144040"/>
                      </a:cubicBezTo>
                      <a:cubicBezTo>
                        <a:pt x="161765" y="140283"/>
                        <a:pt x="173051" y="136525"/>
                        <a:pt x="206909" y="136525"/>
                      </a:cubicBezTo>
                      <a:close/>
                      <a:moveTo>
                        <a:pt x="814582" y="0"/>
                      </a:moveTo>
                      <a:cubicBezTo>
                        <a:pt x="889656" y="33945"/>
                        <a:pt x="930948" y="71662"/>
                        <a:pt x="1028545" y="94292"/>
                      </a:cubicBezTo>
                      <a:cubicBezTo>
                        <a:pt x="1054821" y="99950"/>
                        <a:pt x="1081098" y="112208"/>
                        <a:pt x="1106905" y="125409"/>
                      </a:cubicBezTo>
                      <a:lnTo>
                        <a:pt x="1154113" y="148389"/>
                      </a:lnTo>
                      <a:lnTo>
                        <a:pt x="1154113" y="743836"/>
                      </a:lnTo>
                      <a:lnTo>
                        <a:pt x="1145381" y="741136"/>
                      </a:lnTo>
                      <a:cubicBezTo>
                        <a:pt x="1124266" y="733593"/>
                        <a:pt x="1103620" y="726050"/>
                        <a:pt x="1081097" y="720392"/>
                      </a:cubicBezTo>
                      <a:cubicBezTo>
                        <a:pt x="1013530" y="701533"/>
                        <a:pt x="923440" y="693990"/>
                        <a:pt x="859626" y="671360"/>
                      </a:cubicBezTo>
                      <a:cubicBezTo>
                        <a:pt x="825843" y="660045"/>
                        <a:pt x="780798" y="644958"/>
                        <a:pt x="739507" y="644958"/>
                      </a:cubicBezTo>
                      <a:cubicBezTo>
                        <a:pt x="713230" y="644958"/>
                        <a:pt x="686954" y="652501"/>
                        <a:pt x="668186" y="671360"/>
                      </a:cubicBezTo>
                      <a:cubicBezTo>
                        <a:pt x="656924" y="686446"/>
                        <a:pt x="574342" y="712848"/>
                        <a:pt x="544312" y="720392"/>
                      </a:cubicBezTo>
                      <a:cubicBezTo>
                        <a:pt x="533051" y="724163"/>
                        <a:pt x="454222" y="724163"/>
                        <a:pt x="416685" y="727935"/>
                      </a:cubicBezTo>
                      <a:cubicBezTo>
                        <a:pt x="412931" y="727935"/>
                        <a:pt x="412931" y="727935"/>
                        <a:pt x="412931" y="727935"/>
                      </a:cubicBezTo>
                      <a:cubicBezTo>
                        <a:pt x="405423" y="727935"/>
                        <a:pt x="390408" y="727935"/>
                        <a:pt x="371640" y="731707"/>
                      </a:cubicBezTo>
                      <a:cubicBezTo>
                        <a:pt x="356625" y="735478"/>
                        <a:pt x="341610" y="739250"/>
                        <a:pt x="334102" y="739250"/>
                      </a:cubicBezTo>
                      <a:cubicBezTo>
                        <a:pt x="319087" y="727935"/>
                        <a:pt x="394162" y="705305"/>
                        <a:pt x="416685" y="693990"/>
                      </a:cubicBezTo>
                      <a:cubicBezTo>
                        <a:pt x="476745" y="648730"/>
                        <a:pt x="611879" y="599698"/>
                        <a:pt x="634402" y="588383"/>
                      </a:cubicBezTo>
                      <a:cubicBezTo>
                        <a:pt x="634402" y="588383"/>
                        <a:pt x="638156" y="588383"/>
                        <a:pt x="638156" y="588383"/>
                      </a:cubicBezTo>
                      <a:cubicBezTo>
                        <a:pt x="641909" y="588383"/>
                        <a:pt x="641909" y="588383"/>
                        <a:pt x="645663" y="588383"/>
                      </a:cubicBezTo>
                      <a:cubicBezTo>
                        <a:pt x="649417" y="592154"/>
                        <a:pt x="649417" y="592154"/>
                        <a:pt x="653171" y="592154"/>
                      </a:cubicBezTo>
                      <a:cubicBezTo>
                        <a:pt x="653171" y="592154"/>
                        <a:pt x="656924" y="592154"/>
                        <a:pt x="656924" y="588383"/>
                      </a:cubicBezTo>
                      <a:cubicBezTo>
                        <a:pt x="664432" y="584611"/>
                        <a:pt x="660678" y="577068"/>
                        <a:pt x="668186" y="573296"/>
                      </a:cubicBezTo>
                      <a:cubicBezTo>
                        <a:pt x="671939" y="573296"/>
                        <a:pt x="671939" y="573296"/>
                        <a:pt x="671939" y="573296"/>
                      </a:cubicBezTo>
                      <a:cubicBezTo>
                        <a:pt x="675693" y="573296"/>
                        <a:pt x="679447" y="573296"/>
                        <a:pt x="679447" y="573296"/>
                      </a:cubicBezTo>
                      <a:cubicBezTo>
                        <a:pt x="683200" y="573296"/>
                        <a:pt x="683200" y="573296"/>
                        <a:pt x="686954" y="573296"/>
                      </a:cubicBezTo>
                      <a:cubicBezTo>
                        <a:pt x="686954" y="573296"/>
                        <a:pt x="690708" y="573296"/>
                        <a:pt x="690708" y="573296"/>
                      </a:cubicBezTo>
                      <a:cubicBezTo>
                        <a:pt x="724492" y="558209"/>
                        <a:pt x="758275" y="558209"/>
                        <a:pt x="792059" y="539351"/>
                      </a:cubicBezTo>
                      <a:cubicBezTo>
                        <a:pt x="803320" y="535579"/>
                        <a:pt x="810828" y="520492"/>
                        <a:pt x="825843" y="516721"/>
                      </a:cubicBezTo>
                      <a:cubicBezTo>
                        <a:pt x="825843" y="516721"/>
                        <a:pt x="825843" y="516721"/>
                        <a:pt x="844612" y="516721"/>
                      </a:cubicBezTo>
                      <a:cubicBezTo>
                        <a:pt x="882149" y="509177"/>
                        <a:pt x="915933" y="505406"/>
                        <a:pt x="957224" y="501634"/>
                      </a:cubicBezTo>
                      <a:cubicBezTo>
                        <a:pt x="983500" y="497862"/>
                        <a:pt x="1122389" y="505406"/>
                        <a:pt x="1122389" y="475232"/>
                      </a:cubicBezTo>
                      <a:cubicBezTo>
                        <a:pt x="1122389" y="460145"/>
                        <a:pt x="1111127" y="467689"/>
                        <a:pt x="1103620" y="460145"/>
                      </a:cubicBezTo>
                      <a:cubicBezTo>
                        <a:pt x="1096112" y="456374"/>
                        <a:pt x="1088605" y="441287"/>
                        <a:pt x="1081097" y="437515"/>
                      </a:cubicBezTo>
                      <a:cubicBezTo>
                        <a:pt x="1077344" y="433744"/>
                        <a:pt x="1058575" y="429972"/>
                        <a:pt x="1058575" y="429972"/>
                      </a:cubicBezTo>
                      <a:cubicBezTo>
                        <a:pt x="1051067" y="418657"/>
                        <a:pt x="1054821" y="403570"/>
                        <a:pt x="1047314" y="396027"/>
                      </a:cubicBezTo>
                      <a:cubicBezTo>
                        <a:pt x="1032299" y="377168"/>
                        <a:pt x="994761" y="358310"/>
                        <a:pt x="968485" y="346995"/>
                      </a:cubicBezTo>
                      <a:cubicBezTo>
                        <a:pt x="942209" y="335680"/>
                        <a:pt x="893410" y="328137"/>
                        <a:pt x="923440" y="324365"/>
                      </a:cubicBezTo>
                      <a:cubicBezTo>
                        <a:pt x="934701" y="320593"/>
                        <a:pt x="945963" y="320593"/>
                        <a:pt x="960978" y="320593"/>
                      </a:cubicBezTo>
                      <a:cubicBezTo>
                        <a:pt x="975993" y="320593"/>
                        <a:pt x="994761" y="320593"/>
                        <a:pt x="1009776" y="324365"/>
                      </a:cubicBezTo>
                      <a:cubicBezTo>
                        <a:pt x="1028545" y="324365"/>
                        <a:pt x="1047314" y="324365"/>
                        <a:pt x="1062329" y="324365"/>
                      </a:cubicBezTo>
                      <a:cubicBezTo>
                        <a:pt x="1077344" y="324365"/>
                        <a:pt x="1088605" y="324365"/>
                        <a:pt x="1103620" y="324365"/>
                      </a:cubicBezTo>
                      <a:cubicBezTo>
                        <a:pt x="1144911" y="316821"/>
                        <a:pt x="1167434" y="286648"/>
                        <a:pt x="1126142" y="252703"/>
                      </a:cubicBezTo>
                      <a:cubicBezTo>
                        <a:pt x="1084851" y="218758"/>
                        <a:pt x="998515" y="181041"/>
                        <a:pt x="994761" y="173498"/>
                      </a:cubicBezTo>
                      <a:cubicBezTo>
                        <a:pt x="991008" y="173498"/>
                        <a:pt x="960978" y="169726"/>
                        <a:pt x="957224" y="169726"/>
                      </a:cubicBezTo>
                      <a:cubicBezTo>
                        <a:pt x="915933" y="139552"/>
                        <a:pt x="874641" y="109379"/>
                        <a:pt x="833350" y="79205"/>
                      </a:cubicBezTo>
                      <a:cubicBezTo>
                        <a:pt x="825843" y="71662"/>
                        <a:pt x="825843" y="56575"/>
                        <a:pt x="814582" y="49032"/>
                      </a:cubicBezTo>
                      <a:cubicBezTo>
                        <a:pt x="814582" y="49032"/>
                        <a:pt x="814582" y="49032"/>
                        <a:pt x="803320" y="49032"/>
                      </a:cubicBezTo>
                      <a:cubicBezTo>
                        <a:pt x="799567" y="41488"/>
                        <a:pt x="803320" y="22630"/>
                        <a:pt x="807074" y="11315"/>
                      </a:cubicBezTo>
                      <a:cubicBezTo>
                        <a:pt x="807074" y="7543"/>
                        <a:pt x="810828" y="0"/>
                        <a:pt x="814582" y="0"/>
                      </a:cubicBezTo>
                      <a:close/>
                    </a:path>
                  </a:pathLst>
                </a:cu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42" name="Freeform 2641"/>
                <p:cNvSpPr/>
                <p:nvPr/>
              </p:nvSpPr>
              <p:spPr>
                <a:xfrm>
                  <a:off x="6096000" y="3487048"/>
                  <a:ext cx="2032000" cy="945399"/>
                </a:xfrm>
                <a:custGeom>
                  <a:avLst/>
                  <a:gdLst>
                    <a:gd name="connsiteX0" fmla="*/ 0 w 2032000"/>
                    <a:gd name="connsiteY0" fmla="*/ 0 h 945399"/>
                    <a:gd name="connsiteX1" fmla="*/ 28336 w 2032000"/>
                    <a:gd name="connsiteY1" fmla="*/ 13793 h 945399"/>
                    <a:gd name="connsiteX2" fmla="*/ 227284 w 2032000"/>
                    <a:gd name="connsiteY2" fmla="*/ 77912 h 945399"/>
                    <a:gd name="connsiteX3" fmla="*/ 403710 w 2032000"/>
                    <a:gd name="connsiteY3" fmla="*/ 130716 h 945399"/>
                    <a:gd name="connsiteX4" fmla="*/ 456262 w 2032000"/>
                    <a:gd name="connsiteY4" fmla="*/ 183519 h 945399"/>
                    <a:gd name="connsiteX5" fmla="*/ 520076 w 2032000"/>
                    <a:gd name="connsiteY5" fmla="*/ 191063 h 945399"/>
                    <a:gd name="connsiteX6" fmla="*/ 531337 w 2032000"/>
                    <a:gd name="connsiteY6" fmla="*/ 191063 h 945399"/>
                    <a:gd name="connsiteX7" fmla="*/ 546352 w 2032000"/>
                    <a:gd name="connsiteY7" fmla="*/ 191063 h 945399"/>
                    <a:gd name="connsiteX8" fmla="*/ 587644 w 2032000"/>
                    <a:gd name="connsiteY8" fmla="*/ 194834 h 945399"/>
                    <a:gd name="connsiteX9" fmla="*/ 658965 w 2032000"/>
                    <a:gd name="connsiteY9" fmla="*/ 247638 h 945399"/>
                    <a:gd name="connsiteX10" fmla="*/ 692748 w 2032000"/>
                    <a:gd name="connsiteY10" fmla="*/ 255181 h 945399"/>
                    <a:gd name="connsiteX11" fmla="*/ 704010 w 2032000"/>
                    <a:gd name="connsiteY11" fmla="*/ 270268 h 945399"/>
                    <a:gd name="connsiteX12" fmla="*/ 812868 w 2032000"/>
                    <a:gd name="connsiteY12" fmla="*/ 360788 h 945399"/>
                    <a:gd name="connsiteX13" fmla="*/ 812868 w 2032000"/>
                    <a:gd name="connsiteY13" fmla="*/ 375875 h 945399"/>
                    <a:gd name="connsiteX14" fmla="*/ 857913 w 2032000"/>
                    <a:gd name="connsiteY14" fmla="*/ 417364 h 945399"/>
                    <a:gd name="connsiteX15" fmla="*/ 1105660 w 2032000"/>
                    <a:gd name="connsiteY15" fmla="*/ 489026 h 945399"/>
                    <a:gd name="connsiteX16" fmla="*/ 1195750 w 2032000"/>
                    <a:gd name="connsiteY16" fmla="*/ 522971 h 945399"/>
                    <a:gd name="connsiteX17" fmla="*/ 1293347 w 2032000"/>
                    <a:gd name="connsiteY17" fmla="*/ 545601 h 945399"/>
                    <a:gd name="connsiteX18" fmla="*/ 1315870 w 2032000"/>
                    <a:gd name="connsiteY18" fmla="*/ 556916 h 945399"/>
                    <a:gd name="connsiteX19" fmla="*/ 1327131 w 2032000"/>
                    <a:gd name="connsiteY19" fmla="*/ 556916 h 945399"/>
                    <a:gd name="connsiteX20" fmla="*/ 1327131 w 2032000"/>
                    <a:gd name="connsiteY20" fmla="*/ 545601 h 945399"/>
                    <a:gd name="connsiteX21" fmla="*/ 1353407 w 2032000"/>
                    <a:gd name="connsiteY21" fmla="*/ 541829 h 945399"/>
                    <a:gd name="connsiteX22" fmla="*/ 1357161 w 2032000"/>
                    <a:gd name="connsiteY22" fmla="*/ 541829 h 945399"/>
                    <a:gd name="connsiteX23" fmla="*/ 1360915 w 2032000"/>
                    <a:gd name="connsiteY23" fmla="*/ 541829 h 945399"/>
                    <a:gd name="connsiteX24" fmla="*/ 1383437 w 2032000"/>
                    <a:gd name="connsiteY24" fmla="*/ 538057 h 945399"/>
                    <a:gd name="connsiteX25" fmla="*/ 1398452 w 2032000"/>
                    <a:gd name="connsiteY25" fmla="*/ 538057 h 945399"/>
                    <a:gd name="connsiteX26" fmla="*/ 1398452 w 2032000"/>
                    <a:gd name="connsiteY26" fmla="*/ 534286 h 945399"/>
                    <a:gd name="connsiteX27" fmla="*/ 1435990 w 2032000"/>
                    <a:gd name="connsiteY27" fmla="*/ 530514 h 945399"/>
                    <a:gd name="connsiteX28" fmla="*/ 1496050 w 2032000"/>
                    <a:gd name="connsiteY28" fmla="*/ 526742 h 945399"/>
                    <a:gd name="connsiteX29" fmla="*/ 1548602 w 2032000"/>
                    <a:gd name="connsiteY29" fmla="*/ 530514 h 945399"/>
                    <a:gd name="connsiteX30" fmla="*/ 1649953 w 2032000"/>
                    <a:gd name="connsiteY30" fmla="*/ 545601 h 945399"/>
                    <a:gd name="connsiteX31" fmla="*/ 1837640 w 2032000"/>
                    <a:gd name="connsiteY31" fmla="*/ 658751 h 945399"/>
                    <a:gd name="connsiteX32" fmla="*/ 1950253 w 2032000"/>
                    <a:gd name="connsiteY32" fmla="*/ 692696 h 945399"/>
                    <a:gd name="connsiteX33" fmla="*/ 1950253 w 2032000"/>
                    <a:gd name="connsiteY33" fmla="*/ 700240 h 945399"/>
                    <a:gd name="connsiteX34" fmla="*/ 2002805 w 2032000"/>
                    <a:gd name="connsiteY34" fmla="*/ 707783 h 945399"/>
                    <a:gd name="connsiteX35" fmla="*/ 2032000 w 2032000"/>
                    <a:gd name="connsiteY35" fmla="*/ 713075 h 945399"/>
                    <a:gd name="connsiteX36" fmla="*/ 2032000 w 2032000"/>
                    <a:gd name="connsiteY36" fmla="*/ 830129 h 945399"/>
                    <a:gd name="connsiteX37" fmla="*/ 2014067 w 2032000"/>
                    <a:gd name="connsiteY37" fmla="*/ 828477 h 945399"/>
                    <a:gd name="connsiteX38" fmla="*/ 2010313 w 2032000"/>
                    <a:gd name="connsiteY38" fmla="*/ 828477 h 945399"/>
                    <a:gd name="connsiteX39" fmla="*/ 2030900 w 2032000"/>
                    <a:gd name="connsiteY39" fmla="*/ 839616 h 945399"/>
                    <a:gd name="connsiteX40" fmla="*/ 2032000 w 2032000"/>
                    <a:gd name="connsiteY40" fmla="*/ 840211 h 945399"/>
                    <a:gd name="connsiteX41" fmla="*/ 2032000 w 2032000"/>
                    <a:gd name="connsiteY41" fmla="*/ 932863 h 945399"/>
                    <a:gd name="connsiteX42" fmla="*/ 1991075 w 2032000"/>
                    <a:gd name="connsiteY42" fmla="*/ 930313 h 945399"/>
                    <a:gd name="connsiteX43" fmla="*/ 1927730 w 2032000"/>
                    <a:gd name="connsiteY43" fmla="*/ 926541 h 945399"/>
                    <a:gd name="connsiteX44" fmla="*/ 1826379 w 2032000"/>
                    <a:gd name="connsiteY44" fmla="*/ 922769 h 945399"/>
                    <a:gd name="connsiteX45" fmla="*/ 1781334 w 2032000"/>
                    <a:gd name="connsiteY45" fmla="*/ 926541 h 945399"/>
                    <a:gd name="connsiteX46" fmla="*/ 1706259 w 2032000"/>
                    <a:gd name="connsiteY46" fmla="*/ 945399 h 945399"/>
                    <a:gd name="connsiteX47" fmla="*/ 1435990 w 2032000"/>
                    <a:gd name="connsiteY47" fmla="*/ 945399 h 945399"/>
                    <a:gd name="connsiteX48" fmla="*/ 1327131 w 2032000"/>
                    <a:gd name="connsiteY48" fmla="*/ 934084 h 945399"/>
                    <a:gd name="connsiteX49" fmla="*/ 1195750 w 2032000"/>
                    <a:gd name="connsiteY49" fmla="*/ 918997 h 945399"/>
                    <a:gd name="connsiteX50" fmla="*/ 1068123 w 2032000"/>
                    <a:gd name="connsiteY50" fmla="*/ 915226 h 945399"/>
                    <a:gd name="connsiteX51" fmla="*/ 812868 w 2032000"/>
                    <a:gd name="connsiteY51" fmla="*/ 918997 h 945399"/>
                    <a:gd name="connsiteX52" fmla="*/ 591397 w 2032000"/>
                    <a:gd name="connsiteY52" fmla="*/ 918997 h 945399"/>
                    <a:gd name="connsiteX53" fmla="*/ 546352 w 2032000"/>
                    <a:gd name="connsiteY53" fmla="*/ 930312 h 945399"/>
                    <a:gd name="connsiteX54" fmla="*/ 527584 w 2032000"/>
                    <a:gd name="connsiteY54" fmla="*/ 926541 h 945399"/>
                    <a:gd name="connsiteX55" fmla="*/ 527584 w 2032000"/>
                    <a:gd name="connsiteY55" fmla="*/ 918997 h 945399"/>
                    <a:gd name="connsiteX56" fmla="*/ 516322 w 2032000"/>
                    <a:gd name="connsiteY56" fmla="*/ 918997 h 945399"/>
                    <a:gd name="connsiteX57" fmla="*/ 497554 w 2032000"/>
                    <a:gd name="connsiteY57" fmla="*/ 918997 h 945399"/>
                    <a:gd name="connsiteX58" fmla="*/ 482539 w 2032000"/>
                    <a:gd name="connsiteY58" fmla="*/ 918997 h 945399"/>
                    <a:gd name="connsiteX59" fmla="*/ 471277 w 2032000"/>
                    <a:gd name="connsiteY59" fmla="*/ 918997 h 945399"/>
                    <a:gd name="connsiteX60" fmla="*/ 471277 w 2032000"/>
                    <a:gd name="connsiteY60" fmla="*/ 911454 h 945399"/>
                    <a:gd name="connsiteX61" fmla="*/ 369926 w 2032000"/>
                    <a:gd name="connsiteY61" fmla="*/ 839792 h 945399"/>
                    <a:gd name="connsiteX62" fmla="*/ 366173 w 2032000"/>
                    <a:gd name="connsiteY62" fmla="*/ 836020 h 945399"/>
                    <a:gd name="connsiteX63" fmla="*/ 358665 w 2032000"/>
                    <a:gd name="connsiteY63" fmla="*/ 839792 h 945399"/>
                    <a:gd name="connsiteX64" fmla="*/ 351158 w 2032000"/>
                    <a:gd name="connsiteY64" fmla="*/ 839792 h 945399"/>
                    <a:gd name="connsiteX65" fmla="*/ 347404 w 2032000"/>
                    <a:gd name="connsiteY65" fmla="*/ 839792 h 945399"/>
                    <a:gd name="connsiteX66" fmla="*/ 291098 w 2032000"/>
                    <a:gd name="connsiteY66" fmla="*/ 828477 h 945399"/>
                    <a:gd name="connsiteX67" fmla="*/ 291098 w 2032000"/>
                    <a:gd name="connsiteY67" fmla="*/ 820934 h 945399"/>
                    <a:gd name="connsiteX68" fmla="*/ 272329 w 2032000"/>
                    <a:gd name="connsiteY68" fmla="*/ 813390 h 945399"/>
                    <a:gd name="connsiteX69" fmla="*/ 324881 w 2032000"/>
                    <a:gd name="connsiteY69" fmla="*/ 809619 h 945399"/>
                    <a:gd name="connsiteX70" fmla="*/ 437494 w 2032000"/>
                    <a:gd name="connsiteY70" fmla="*/ 813390 h 945399"/>
                    <a:gd name="connsiteX71" fmla="*/ 647703 w 2032000"/>
                    <a:gd name="connsiteY71" fmla="*/ 813390 h 945399"/>
                    <a:gd name="connsiteX72" fmla="*/ 737793 w 2032000"/>
                    <a:gd name="connsiteY72" fmla="*/ 817162 h 945399"/>
                    <a:gd name="connsiteX73" fmla="*/ 782838 w 2032000"/>
                    <a:gd name="connsiteY73" fmla="*/ 813390 h 945399"/>
                    <a:gd name="connsiteX74" fmla="*/ 737793 w 2032000"/>
                    <a:gd name="connsiteY74" fmla="*/ 756815 h 945399"/>
                    <a:gd name="connsiteX75" fmla="*/ 647703 w 2032000"/>
                    <a:gd name="connsiteY75" fmla="*/ 594633 h 945399"/>
                    <a:gd name="connsiteX76" fmla="*/ 527584 w 2032000"/>
                    <a:gd name="connsiteY76" fmla="*/ 560688 h 945399"/>
                    <a:gd name="connsiteX77" fmla="*/ 369926 w 2032000"/>
                    <a:gd name="connsiteY77" fmla="*/ 579546 h 945399"/>
                    <a:gd name="connsiteX78" fmla="*/ 336143 w 2032000"/>
                    <a:gd name="connsiteY78" fmla="*/ 594633 h 945399"/>
                    <a:gd name="connsiteX79" fmla="*/ 328635 w 2032000"/>
                    <a:gd name="connsiteY79" fmla="*/ 598404 h 945399"/>
                    <a:gd name="connsiteX80" fmla="*/ 317374 w 2032000"/>
                    <a:gd name="connsiteY80" fmla="*/ 594633 h 945399"/>
                    <a:gd name="connsiteX81" fmla="*/ 302359 w 2032000"/>
                    <a:gd name="connsiteY81" fmla="*/ 594633 h 945399"/>
                    <a:gd name="connsiteX82" fmla="*/ 291098 w 2032000"/>
                    <a:gd name="connsiteY82" fmla="*/ 594633 h 945399"/>
                    <a:gd name="connsiteX83" fmla="*/ 133440 w 2032000"/>
                    <a:gd name="connsiteY83" fmla="*/ 617263 h 945399"/>
                    <a:gd name="connsiteX84" fmla="*/ 58366 w 2032000"/>
                    <a:gd name="connsiteY84" fmla="*/ 613491 h 945399"/>
                    <a:gd name="connsiteX85" fmla="*/ 0 w 2032000"/>
                    <a:gd name="connsiteY85" fmla="*/ 595447 h 945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</a:cxnLst>
                  <a:rect l="l" t="t" r="r" b="b"/>
                  <a:pathLst>
                    <a:path w="2032000" h="945399">
                      <a:moveTo>
                        <a:pt x="0" y="0"/>
                      </a:moveTo>
                      <a:lnTo>
                        <a:pt x="28336" y="13793"/>
                      </a:lnTo>
                      <a:cubicBezTo>
                        <a:pt x="92149" y="40195"/>
                        <a:pt x="155963" y="51510"/>
                        <a:pt x="227284" y="77912"/>
                      </a:cubicBezTo>
                      <a:cubicBezTo>
                        <a:pt x="238545" y="81684"/>
                        <a:pt x="321128" y="100542"/>
                        <a:pt x="403710" y="130716"/>
                      </a:cubicBezTo>
                      <a:cubicBezTo>
                        <a:pt x="426232" y="138259"/>
                        <a:pt x="433740" y="172204"/>
                        <a:pt x="456262" y="183519"/>
                      </a:cubicBezTo>
                      <a:cubicBezTo>
                        <a:pt x="475031" y="191063"/>
                        <a:pt x="497554" y="191063"/>
                        <a:pt x="520076" y="191063"/>
                      </a:cubicBezTo>
                      <a:cubicBezTo>
                        <a:pt x="523830" y="191063"/>
                        <a:pt x="527584" y="191063"/>
                        <a:pt x="531337" y="191063"/>
                      </a:cubicBezTo>
                      <a:cubicBezTo>
                        <a:pt x="535091" y="191063"/>
                        <a:pt x="542599" y="191063"/>
                        <a:pt x="546352" y="191063"/>
                      </a:cubicBezTo>
                      <a:cubicBezTo>
                        <a:pt x="561367" y="191063"/>
                        <a:pt x="576382" y="191063"/>
                        <a:pt x="587644" y="194834"/>
                      </a:cubicBezTo>
                      <a:cubicBezTo>
                        <a:pt x="636442" y="209921"/>
                        <a:pt x="655211" y="243866"/>
                        <a:pt x="658965" y="247638"/>
                      </a:cubicBezTo>
                      <a:cubicBezTo>
                        <a:pt x="670226" y="251410"/>
                        <a:pt x="681487" y="251410"/>
                        <a:pt x="692748" y="255181"/>
                      </a:cubicBezTo>
                      <a:cubicBezTo>
                        <a:pt x="696502" y="258953"/>
                        <a:pt x="700256" y="270268"/>
                        <a:pt x="704010" y="270268"/>
                      </a:cubicBezTo>
                      <a:cubicBezTo>
                        <a:pt x="734040" y="292898"/>
                        <a:pt x="801607" y="334387"/>
                        <a:pt x="812868" y="360788"/>
                      </a:cubicBezTo>
                      <a:cubicBezTo>
                        <a:pt x="820376" y="372103"/>
                        <a:pt x="816622" y="375875"/>
                        <a:pt x="812868" y="375875"/>
                      </a:cubicBezTo>
                      <a:cubicBezTo>
                        <a:pt x="805361" y="398505"/>
                        <a:pt x="839144" y="409820"/>
                        <a:pt x="857913" y="417364"/>
                      </a:cubicBezTo>
                      <a:cubicBezTo>
                        <a:pt x="929234" y="443765"/>
                        <a:pt x="1023078" y="462624"/>
                        <a:pt x="1105660" y="489026"/>
                      </a:cubicBezTo>
                      <a:cubicBezTo>
                        <a:pt x="1135690" y="500341"/>
                        <a:pt x="1161966" y="515427"/>
                        <a:pt x="1195750" y="522971"/>
                      </a:cubicBezTo>
                      <a:cubicBezTo>
                        <a:pt x="1222026" y="530514"/>
                        <a:pt x="1267071" y="534286"/>
                        <a:pt x="1293347" y="545601"/>
                      </a:cubicBezTo>
                      <a:cubicBezTo>
                        <a:pt x="1297101" y="549372"/>
                        <a:pt x="1304609" y="556916"/>
                        <a:pt x="1315870" y="556916"/>
                      </a:cubicBezTo>
                      <a:cubicBezTo>
                        <a:pt x="1319624" y="556916"/>
                        <a:pt x="1323377" y="556916"/>
                        <a:pt x="1327131" y="556916"/>
                      </a:cubicBezTo>
                      <a:cubicBezTo>
                        <a:pt x="1330885" y="553144"/>
                        <a:pt x="1323377" y="549372"/>
                        <a:pt x="1327131" y="545601"/>
                      </a:cubicBezTo>
                      <a:cubicBezTo>
                        <a:pt x="1338392" y="541829"/>
                        <a:pt x="1345900" y="541829"/>
                        <a:pt x="1353407" y="541829"/>
                      </a:cubicBezTo>
                      <a:cubicBezTo>
                        <a:pt x="1353407" y="541829"/>
                        <a:pt x="1353407" y="541829"/>
                        <a:pt x="1357161" y="541829"/>
                      </a:cubicBezTo>
                      <a:cubicBezTo>
                        <a:pt x="1357161" y="541829"/>
                        <a:pt x="1360915" y="541829"/>
                        <a:pt x="1360915" y="541829"/>
                      </a:cubicBezTo>
                      <a:cubicBezTo>
                        <a:pt x="1368422" y="541829"/>
                        <a:pt x="1372176" y="541829"/>
                        <a:pt x="1383437" y="538057"/>
                      </a:cubicBezTo>
                      <a:cubicBezTo>
                        <a:pt x="1387191" y="538057"/>
                        <a:pt x="1390945" y="538057"/>
                        <a:pt x="1398452" y="538057"/>
                      </a:cubicBezTo>
                      <a:cubicBezTo>
                        <a:pt x="1398452" y="538057"/>
                        <a:pt x="1398452" y="538057"/>
                        <a:pt x="1398452" y="534286"/>
                      </a:cubicBezTo>
                      <a:cubicBezTo>
                        <a:pt x="1405960" y="534286"/>
                        <a:pt x="1432236" y="530514"/>
                        <a:pt x="1435990" y="530514"/>
                      </a:cubicBezTo>
                      <a:cubicBezTo>
                        <a:pt x="1454759" y="530514"/>
                        <a:pt x="1473527" y="526742"/>
                        <a:pt x="1496050" y="526742"/>
                      </a:cubicBezTo>
                      <a:cubicBezTo>
                        <a:pt x="1514818" y="526742"/>
                        <a:pt x="1529833" y="530514"/>
                        <a:pt x="1548602" y="530514"/>
                      </a:cubicBezTo>
                      <a:cubicBezTo>
                        <a:pt x="1574878" y="534286"/>
                        <a:pt x="1631185" y="538057"/>
                        <a:pt x="1649953" y="545601"/>
                      </a:cubicBezTo>
                      <a:cubicBezTo>
                        <a:pt x="1710013" y="575774"/>
                        <a:pt x="1777581" y="624806"/>
                        <a:pt x="1837640" y="658751"/>
                      </a:cubicBezTo>
                      <a:cubicBezTo>
                        <a:pt x="1882685" y="685153"/>
                        <a:pt x="1893947" y="681381"/>
                        <a:pt x="1950253" y="692696"/>
                      </a:cubicBezTo>
                      <a:cubicBezTo>
                        <a:pt x="1954007" y="692696"/>
                        <a:pt x="1946499" y="700240"/>
                        <a:pt x="1950253" y="700240"/>
                      </a:cubicBezTo>
                      <a:cubicBezTo>
                        <a:pt x="1969022" y="704011"/>
                        <a:pt x="1984037" y="707783"/>
                        <a:pt x="2002805" y="707783"/>
                      </a:cubicBezTo>
                      <a:lnTo>
                        <a:pt x="2032000" y="713075"/>
                      </a:lnTo>
                      <a:lnTo>
                        <a:pt x="2032000" y="830129"/>
                      </a:lnTo>
                      <a:lnTo>
                        <a:pt x="2014067" y="828477"/>
                      </a:lnTo>
                      <a:cubicBezTo>
                        <a:pt x="2010313" y="828477"/>
                        <a:pt x="2010313" y="828477"/>
                        <a:pt x="2010313" y="828477"/>
                      </a:cubicBezTo>
                      <a:cubicBezTo>
                        <a:pt x="2010313" y="828477"/>
                        <a:pt x="2010313" y="828477"/>
                        <a:pt x="2030900" y="839616"/>
                      </a:cubicBezTo>
                      <a:lnTo>
                        <a:pt x="2032000" y="840211"/>
                      </a:lnTo>
                      <a:lnTo>
                        <a:pt x="2032000" y="932863"/>
                      </a:lnTo>
                      <a:lnTo>
                        <a:pt x="1991075" y="930313"/>
                      </a:lnTo>
                      <a:cubicBezTo>
                        <a:pt x="1969961" y="928427"/>
                        <a:pt x="1948376" y="926541"/>
                        <a:pt x="1927730" y="926541"/>
                      </a:cubicBezTo>
                      <a:cubicBezTo>
                        <a:pt x="1908962" y="926541"/>
                        <a:pt x="1863917" y="922769"/>
                        <a:pt x="1826379" y="922769"/>
                      </a:cubicBezTo>
                      <a:cubicBezTo>
                        <a:pt x="1807611" y="922769"/>
                        <a:pt x="1792596" y="926541"/>
                        <a:pt x="1781334" y="926541"/>
                      </a:cubicBezTo>
                      <a:cubicBezTo>
                        <a:pt x="1751304" y="934084"/>
                        <a:pt x="1743797" y="945399"/>
                        <a:pt x="1706259" y="945399"/>
                      </a:cubicBezTo>
                      <a:cubicBezTo>
                        <a:pt x="1706259" y="945399"/>
                        <a:pt x="1706259" y="945399"/>
                        <a:pt x="1435990" y="945399"/>
                      </a:cubicBezTo>
                      <a:cubicBezTo>
                        <a:pt x="1402206" y="941628"/>
                        <a:pt x="1364669" y="937856"/>
                        <a:pt x="1327131" y="934084"/>
                      </a:cubicBezTo>
                      <a:cubicBezTo>
                        <a:pt x="1285840" y="930312"/>
                        <a:pt x="1244549" y="922769"/>
                        <a:pt x="1195750" y="918997"/>
                      </a:cubicBezTo>
                      <a:cubicBezTo>
                        <a:pt x="1150705" y="915226"/>
                        <a:pt x="1109414" y="915226"/>
                        <a:pt x="1068123" y="915226"/>
                      </a:cubicBezTo>
                      <a:cubicBezTo>
                        <a:pt x="981787" y="915226"/>
                        <a:pt x="899204" y="918997"/>
                        <a:pt x="812868" y="918997"/>
                      </a:cubicBezTo>
                      <a:cubicBezTo>
                        <a:pt x="812868" y="918997"/>
                        <a:pt x="812868" y="918997"/>
                        <a:pt x="591397" y="918997"/>
                      </a:cubicBezTo>
                      <a:cubicBezTo>
                        <a:pt x="576382" y="918997"/>
                        <a:pt x="565121" y="930312"/>
                        <a:pt x="546352" y="930312"/>
                      </a:cubicBezTo>
                      <a:cubicBezTo>
                        <a:pt x="538845" y="930312"/>
                        <a:pt x="535091" y="930312"/>
                        <a:pt x="527584" y="926541"/>
                      </a:cubicBezTo>
                      <a:cubicBezTo>
                        <a:pt x="523830" y="926541"/>
                        <a:pt x="531337" y="918997"/>
                        <a:pt x="527584" y="918997"/>
                      </a:cubicBezTo>
                      <a:cubicBezTo>
                        <a:pt x="523830" y="918997"/>
                        <a:pt x="520076" y="918997"/>
                        <a:pt x="516322" y="918997"/>
                      </a:cubicBezTo>
                      <a:cubicBezTo>
                        <a:pt x="508815" y="918997"/>
                        <a:pt x="505061" y="918997"/>
                        <a:pt x="497554" y="918997"/>
                      </a:cubicBezTo>
                      <a:cubicBezTo>
                        <a:pt x="493800" y="918997"/>
                        <a:pt x="486292" y="918997"/>
                        <a:pt x="482539" y="918997"/>
                      </a:cubicBezTo>
                      <a:cubicBezTo>
                        <a:pt x="478785" y="918997"/>
                        <a:pt x="475031" y="918997"/>
                        <a:pt x="471277" y="918997"/>
                      </a:cubicBezTo>
                      <a:cubicBezTo>
                        <a:pt x="467524" y="918997"/>
                        <a:pt x="475031" y="911454"/>
                        <a:pt x="471277" y="911454"/>
                      </a:cubicBezTo>
                      <a:cubicBezTo>
                        <a:pt x="437494" y="888824"/>
                        <a:pt x="418725" y="862422"/>
                        <a:pt x="369926" y="839792"/>
                      </a:cubicBezTo>
                      <a:cubicBezTo>
                        <a:pt x="369926" y="836020"/>
                        <a:pt x="366173" y="836020"/>
                        <a:pt x="366173" y="836020"/>
                      </a:cubicBezTo>
                      <a:cubicBezTo>
                        <a:pt x="362419" y="836020"/>
                        <a:pt x="362419" y="836020"/>
                        <a:pt x="358665" y="839792"/>
                      </a:cubicBezTo>
                      <a:cubicBezTo>
                        <a:pt x="354911" y="839792"/>
                        <a:pt x="354911" y="839792"/>
                        <a:pt x="351158" y="839792"/>
                      </a:cubicBezTo>
                      <a:cubicBezTo>
                        <a:pt x="351158" y="839792"/>
                        <a:pt x="351158" y="839792"/>
                        <a:pt x="347404" y="839792"/>
                      </a:cubicBezTo>
                      <a:cubicBezTo>
                        <a:pt x="324881" y="832249"/>
                        <a:pt x="313620" y="836020"/>
                        <a:pt x="291098" y="828477"/>
                      </a:cubicBezTo>
                      <a:cubicBezTo>
                        <a:pt x="291098" y="828477"/>
                        <a:pt x="294851" y="820934"/>
                        <a:pt x="291098" y="820934"/>
                      </a:cubicBezTo>
                      <a:cubicBezTo>
                        <a:pt x="283590" y="820934"/>
                        <a:pt x="234791" y="820934"/>
                        <a:pt x="272329" y="813390"/>
                      </a:cubicBezTo>
                      <a:cubicBezTo>
                        <a:pt x="283590" y="809619"/>
                        <a:pt x="302359" y="809619"/>
                        <a:pt x="324881" y="809619"/>
                      </a:cubicBezTo>
                      <a:cubicBezTo>
                        <a:pt x="362419" y="809619"/>
                        <a:pt x="411217" y="813390"/>
                        <a:pt x="437494" y="813390"/>
                      </a:cubicBezTo>
                      <a:cubicBezTo>
                        <a:pt x="437494" y="813390"/>
                        <a:pt x="437494" y="813390"/>
                        <a:pt x="647703" y="813390"/>
                      </a:cubicBezTo>
                      <a:cubicBezTo>
                        <a:pt x="673980" y="813390"/>
                        <a:pt x="707763" y="817162"/>
                        <a:pt x="737793" y="817162"/>
                      </a:cubicBezTo>
                      <a:cubicBezTo>
                        <a:pt x="752808" y="817162"/>
                        <a:pt x="767823" y="817162"/>
                        <a:pt x="782838" y="813390"/>
                      </a:cubicBezTo>
                      <a:cubicBezTo>
                        <a:pt x="820376" y="805847"/>
                        <a:pt x="749055" y="768130"/>
                        <a:pt x="737793" y="756815"/>
                      </a:cubicBezTo>
                      <a:cubicBezTo>
                        <a:pt x="692748" y="707783"/>
                        <a:pt x="696502" y="639893"/>
                        <a:pt x="647703" y="594633"/>
                      </a:cubicBezTo>
                      <a:cubicBezTo>
                        <a:pt x="621427" y="568231"/>
                        <a:pt x="576382" y="560688"/>
                        <a:pt x="527584" y="560688"/>
                      </a:cubicBezTo>
                      <a:cubicBezTo>
                        <a:pt x="478785" y="560688"/>
                        <a:pt x="418725" y="572003"/>
                        <a:pt x="369926" y="579546"/>
                      </a:cubicBezTo>
                      <a:cubicBezTo>
                        <a:pt x="369926" y="579546"/>
                        <a:pt x="369926" y="579546"/>
                        <a:pt x="336143" y="594633"/>
                      </a:cubicBezTo>
                      <a:cubicBezTo>
                        <a:pt x="332389" y="594633"/>
                        <a:pt x="332389" y="598404"/>
                        <a:pt x="328635" y="598404"/>
                      </a:cubicBezTo>
                      <a:cubicBezTo>
                        <a:pt x="324881" y="598404"/>
                        <a:pt x="321128" y="594633"/>
                        <a:pt x="317374" y="594633"/>
                      </a:cubicBezTo>
                      <a:cubicBezTo>
                        <a:pt x="309866" y="594633"/>
                        <a:pt x="306113" y="594633"/>
                        <a:pt x="302359" y="594633"/>
                      </a:cubicBezTo>
                      <a:cubicBezTo>
                        <a:pt x="298605" y="594633"/>
                        <a:pt x="294851" y="594633"/>
                        <a:pt x="291098" y="594633"/>
                      </a:cubicBezTo>
                      <a:cubicBezTo>
                        <a:pt x="238545" y="605948"/>
                        <a:pt x="185993" y="617263"/>
                        <a:pt x="133440" y="617263"/>
                      </a:cubicBezTo>
                      <a:cubicBezTo>
                        <a:pt x="107164" y="617263"/>
                        <a:pt x="84642" y="617263"/>
                        <a:pt x="58366" y="613491"/>
                      </a:cubicBezTo>
                      <a:lnTo>
                        <a:pt x="0" y="595447"/>
                      </a:lnTo>
                      <a:close/>
                    </a:path>
                  </a:pathLst>
                </a:cu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44" name="Freeform 2643"/>
                <p:cNvSpPr/>
                <p:nvPr/>
              </p:nvSpPr>
              <p:spPr>
                <a:xfrm>
                  <a:off x="8128001" y="4200123"/>
                  <a:ext cx="1154575" cy="224781"/>
                </a:xfrm>
                <a:custGeom>
                  <a:avLst/>
                  <a:gdLst>
                    <a:gd name="connsiteX0" fmla="*/ 0 w 1154575"/>
                    <a:gd name="connsiteY0" fmla="*/ 127136 h 224781"/>
                    <a:gd name="connsiteX1" fmla="*/ 27111 w 1154575"/>
                    <a:gd name="connsiteY1" fmla="*/ 141804 h 224781"/>
                    <a:gd name="connsiteX2" fmla="*/ 150985 w 1154575"/>
                    <a:gd name="connsiteY2" fmla="*/ 190836 h 224781"/>
                    <a:gd name="connsiteX3" fmla="*/ 229814 w 1154575"/>
                    <a:gd name="connsiteY3" fmla="*/ 205922 h 224781"/>
                    <a:gd name="connsiteX4" fmla="*/ 293627 w 1154575"/>
                    <a:gd name="connsiteY4" fmla="*/ 221009 h 224781"/>
                    <a:gd name="connsiteX5" fmla="*/ 109694 w 1154575"/>
                    <a:gd name="connsiteY5" fmla="*/ 224781 h 224781"/>
                    <a:gd name="connsiteX6" fmla="*/ 19604 w 1154575"/>
                    <a:gd name="connsiteY6" fmla="*/ 221009 h 224781"/>
                    <a:gd name="connsiteX7" fmla="*/ 0 w 1154575"/>
                    <a:gd name="connsiteY7" fmla="*/ 219788 h 224781"/>
                    <a:gd name="connsiteX8" fmla="*/ 0 w 1154575"/>
                    <a:gd name="connsiteY8" fmla="*/ 0 h 224781"/>
                    <a:gd name="connsiteX9" fmla="*/ 181485 w 1154575"/>
                    <a:gd name="connsiteY9" fmla="*/ 32897 h 224781"/>
                    <a:gd name="connsiteX10" fmla="*/ 372456 w 1154575"/>
                    <a:gd name="connsiteY10" fmla="*/ 85229 h 224781"/>
                    <a:gd name="connsiteX11" fmla="*/ 466299 w 1154575"/>
                    <a:gd name="connsiteY11" fmla="*/ 107859 h 224781"/>
                    <a:gd name="connsiteX12" fmla="*/ 485068 w 1154575"/>
                    <a:gd name="connsiteY12" fmla="*/ 107859 h 224781"/>
                    <a:gd name="connsiteX13" fmla="*/ 548882 w 1154575"/>
                    <a:gd name="connsiteY13" fmla="*/ 100315 h 224781"/>
                    <a:gd name="connsiteX14" fmla="*/ 638972 w 1154575"/>
                    <a:gd name="connsiteY14" fmla="*/ 115402 h 224781"/>
                    <a:gd name="connsiteX15" fmla="*/ 650233 w 1154575"/>
                    <a:gd name="connsiteY15" fmla="*/ 115402 h 224781"/>
                    <a:gd name="connsiteX16" fmla="*/ 1040623 w 1154575"/>
                    <a:gd name="connsiteY16" fmla="*/ 183292 h 224781"/>
                    <a:gd name="connsiteX17" fmla="*/ 1093175 w 1154575"/>
                    <a:gd name="connsiteY17" fmla="*/ 179521 h 224781"/>
                    <a:gd name="connsiteX18" fmla="*/ 1138220 w 1154575"/>
                    <a:gd name="connsiteY18" fmla="*/ 198379 h 224781"/>
                    <a:gd name="connsiteX19" fmla="*/ 1006839 w 1154575"/>
                    <a:gd name="connsiteY19" fmla="*/ 213466 h 224781"/>
                    <a:gd name="connsiteX20" fmla="*/ 909241 w 1154575"/>
                    <a:gd name="connsiteY20" fmla="*/ 217237 h 224781"/>
                    <a:gd name="connsiteX21" fmla="*/ 826659 w 1154575"/>
                    <a:gd name="connsiteY21" fmla="*/ 205922 h 224781"/>
                    <a:gd name="connsiteX22" fmla="*/ 684017 w 1154575"/>
                    <a:gd name="connsiteY22" fmla="*/ 164434 h 224781"/>
                    <a:gd name="connsiteX23" fmla="*/ 635218 w 1154575"/>
                    <a:gd name="connsiteY23" fmla="*/ 164434 h 224781"/>
                    <a:gd name="connsiteX24" fmla="*/ 428762 w 1154575"/>
                    <a:gd name="connsiteY24" fmla="*/ 175749 h 224781"/>
                    <a:gd name="connsiteX25" fmla="*/ 248582 w 1154575"/>
                    <a:gd name="connsiteY25" fmla="*/ 156891 h 224781"/>
                    <a:gd name="connsiteX26" fmla="*/ 196030 w 1154575"/>
                    <a:gd name="connsiteY26" fmla="*/ 156891 h 224781"/>
                    <a:gd name="connsiteX27" fmla="*/ 105940 w 1154575"/>
                    <a:gd name="connsiteY27" fmla="*/ 134260 h 224781"/>
                    <a:gd name="connsiteX28" fmla="*/ 38373 w 1154575"/>
                    <a:gd name="connsiteY28" fmla="*/ 120588 h 224781"/>
                    <a:gd name="connsiteX29" fmla="*/ 0 w 1154575"/>
                    <a:gd name="connsiteY29" fmla="*/ 117054 h 22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154575" h="224781">
                      <a:moveTo>
                        <a:pt x="0" y="127136"/>
                      </a:moveTo>
                      <a:lnTo>
                        <a:pt x="27111" y="141804"/>
                      </a:lnTo>
                      <a:cubicBezTo>
                        <a:pt x="68403" y="153119"/>
                        <a:pt x="117201" y="175749"/>
                        <a:pt x="150985" y="190836"/>
                      </a:cubicBezTo>
                      <a:cubicBezTo>
                        <a:pt x="169754" y="194607"/>
                        <a:pt x="203537" y="190836"/>
                        <a:pt x="229814" y="205922"/>
                      </a:cubicBezTo>
                      <a:cubicBezTo>
                        <a:pt x="267351" y="209694"/>
                        <a:pt x="271105" y="221009"/>
                        <a:pt x="293627" y="221009"/>
                      </a:cubicBezTo>
                      <a:cubicBezTo>
                        <a:pt x="233567" y="221009"/>
                        <a:pt x="169754" y="224781"/>
                        <a:pt x="109694" y="224781"/>
                      </a:cubicBezTo>
                      <a:cubicBezTo>
                        <a:pt x="79664" y="224781"/>
                        <a:pt x="49634" y="224781"/>
                        <a:pt x="19604" y="221009"/>
                      </a:cubicBezTo>
                      <a:lnTo>
                        <a:pt x="0" y="219788"/>
                      </a:lnTo>
                      <a:close/>
                      <a:moveTo>
                        <a:pt x="0" y="0"/>
                      </a:moveTo>
                      <a:lnTo>
                        <a:pt x="181485" y="32897"/>
                      </a:lnTo>
                      <a:cubicBezTo>
                        <a:pt x="249521" y="47512"/>
                        <a:pt x="314273" y="64485"/>
                        <a:pt x="372456" y="85229"/>
                      </a:cubicBezTo>
                      <a:cubicBezTo>
                        <a:pt x="398732" y="96544"/>
                        <a:pt x="432516" y="107859"/>
                        <a:pt x="466299" y="107859"/>
                      </a:cubicBezTo>
                      <a:cubicBezTo>
                        <a:pt x="473807" y="107859"/>
                        <a:pt x="477561" y="107859"/>
                        <a:pt x="485068" y="107859"/>
                      </a:cubicBezTo>
                      <a:cubicBezTo>
                        <a:pt x="507591" y="104087"/>
                        <a:pt x="522606" y="100315"/>
                        <a:pt x="548882" y="100315"/>
                      </a:cubicBezTo>
                      <a:cubicBezTo>
                        <a:pt x="578912" y="100315"/>
                        <a:pt x="608942" y="107859"/>
                        <a:pt x="638972" y="115402"/>
                      </a:cubicBezTo>
                      <a:cubicBezTo>
                        <a:pt x="638972" y="115402"/>
                        <a:pt x="638972" y="115402"/>
                        <a:pt x="650233" y="115402"/>
                      </a:cubicBezTo>
                      <a:cubicBezTo>
                        <a:pt x="774107" y="145576"/>
                        <a:pt x="905487" y="171977"/>
                        <a:pt x="1040623" y="183292"/>
                      </a:cubicBezTo>
                      <a:cubicBezTo>
                        <a:pt x="1040623" y="183292"/>
                        <a:pt x="1066899" y="179521"/>
                        <a:pt x="1093175" y="179521"/>
                      </a:cubicBezTo>
                      <a:cubicBezTo>
                        <a:pt x="1134466" y="179521"/>
                        <a:pt x="1179511" y="183292"/>
                        <a:pt x="1138220" y="198379"/>
                      </a:cubicBezTo>
                      <a:cubicBezTo>
                        <a:pt x="1100682" y="209694"/>
                        <a:pt x="1055637" y="213466"/>
                        <a:pt x="1006839" y="213466"/>
                      </a:cubicBezTo>
                      <a:cubicBezTo>
                        <a:pt x="976809" y="213466"/>
                        <a:pt x="943025" y="217237"/>
                        <a:pt x="909241" y="217237"/>
                      </a:cubicBezTo>
                      <a:cubicBezTo>
                        <a:pt x="879211" y="217237"/>
                        <a:pt x="849181" y="213466"/>
                        <a:pt x="826659" y="205922"/>
                      </a:cubicBezTo>
                      <a:cubicBezTo>
                        <a:pt x="781614" y="187064"/>
                        <a:pt x="755338" y="164434"/>
                        <a:pt x="684017" y="164434"/>
                      </a:cubicBezTo>
                      <a:cubicBezTo>
                        <a:pt x="669002" y="164434"/>
                        <a:pt x="650233" y="164434"/>
                        <a:pt x="635218" y="164434"/>
                      </a:cubicBezTo>
                      <a:cubicBezTo>
                        <a:pt x="563897" y="168206"/>
                        <a:pt x="500083" y="175749"/>
                        <a:pt x="428762" y="175749"/>
                      </a:cubicBezTo>
                      <a:cubicBezTo>
                        <a:pt x="372456" y="175749"/>
                        <a:pt x="312396" y="171977"/>
                        <a:pt x="248582" y="156891"/>
                      </a:cubicBezTo>
                      <a:cubicBezTo>
                        <a:pt x="248582" y="156891"/>
                        <a:pt x="248582" y="156891"/>
                        <a:pt x="196030" y="156891"/>
                      </a:cubicBezTo>
                      <a:cubicBezTo>
                        <a:pt x="166000" y="153119"/>
                        <a:pt x="132216" y="138032"/>
                        <a:pt x="105940" y="134260"/>
                      </a:cubicBezTo>
                      <a:cubicBezTo>
                        <a:pt x="81541" y="128603"/>
                        <a:pt x="59018" y="123888"/>
                        <a:pt x="38373" y="120588"/>
                      </a:cubicBezTo>
                      <a:lnTo>
                        <a:pt x="0" y="117054"/>
                      </a:lnTo>
                      <a:close/>
                    </a:path>
                  </a:pathLst>
                </a:cu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05" name="Group 2604"/>
              <p:cNvGrpSpPr/>
              <p:nvPr/>
            </p:nvGrpSpPr>
            <p:grpSpPr>
              <a:xfrm>
                <a:off x="0" y="3073598"/>
                <a:ext cx="12192000" cy="3784403"/>
                <a:chOff x="0" y="3073598"/>
                <a:chExt cx="12192000" cy="3784403"/>
              </a:xfrm>
            </p:grpSpPr>
            <p:sp>
              <p:nvSpPr>
                <p:cNvPr id="2569" name="Freeform 2568"/>
                <p:cNvSpPr/>
                <p:nvPr/>
              </p:nvSpPr>
              <p:spPr>
                <a:xfrm>
                  <a:off x="0" y="3227994"/>
                  <a:ext cx="2032000" cy="3630006"/>
                </a:xfrm>
                <a:custGeom>
                  <a:avLst/>
                  <a:gdLst>
                    <a:gd name="connsiteX0" fmla="*/ 1362216 w 2032000"/>
                    <a:gd name="connsiteY0" fmla="*/ 79 h 3630006"/>
                    <a:gd name="connsiteX1" fmla="*/ 2009457 w 2032000"/>
                    <a:gd name="connsiteY1" fmla="*/ 335978 h 3630006"/>
                    <a:gd name="connsiteX2" fmla="*/ 2032000 w 2032000"/>
                    <a:gd name="connsiteY2" fmla="*/ 338558 h 3630006"/>
                    <a:gd name="connsiteX3" fmla="*/ 2032000 w 2032000"/>
                    <a:gd name="connsiteY3" fmla="*/ 3630006 h 3630006"/>
                    <a:gd name="connsiteX4" fmla="*/ 0 w 2032000"/>
                    <a:gd name="connsiteY4" fmla="*/ 3630006 h 3630006"/>
                    <a:gd name="connsiteX5" fmla="*/ 0 w 2032000"/>
                    <a:gd name="connsiteY5" fmla="*/ 2368958 h 3630006"/>
                    <a:gd name="connsiteX6" fmla="*/ 0 w 2032000"/>
                    <a:gd name="connsiteY6" fmla="*/ 2277488 h 3630006"/>
                    <a:gd name="connsiteX7" fmla="*/ 0 w 2032000"/>
                    <a:gd name="connsiteY7" fmla="*/ 2194660 h 3630006"/>
                    <a:gd name="connsiteX8" fmla="*/ 0 w 2032000"/>
                    <a:gd name="connsiteY8" fmla="*/ 2099428 h 3630006"/>
                    <a:gd name="connsiteX9" fmla="*/ 0 w 2032000"/>
                    <a:gd name="connsiteY9" fmla="*/ 1990929 h 3630006"/>
                    <a:gd name="connsiteX10" fmla="*/ 0 w 2032000"/>
                    <a:gd name="connsiteY10" fmla="*/ 1868297 h 3630006"/>
                    <a:gd name="connsiteX11" fmla="*/ 0 w 2032000"/>
                    <a:gd name="connsiteY11" fmla="*/ 1730666 h 3630006"/>
                    <a:gd name="connsiteX12" fmla="*/ 0 w 2032000"/>
                    <a:gd name="connsiteY12" fmla="*/ 1577171 h 3630006"/>
                    <a:gd name="connsiteX13" fmla="*/ 0 w 2032000"/>
                    <a:gd name="connsiteY13" fmla="*/ 1406947 h 3630006"/>
                    <a:gd name="connsiteX14" fmla="*/ 0 w 2032000"/>
                    <a:gd name="connsiteY14" fmla="*/ 1219128 h 3630006"/>
                    <a:gd name="connsiteX15" fmla="*/ 349962 w 2032000"/>
                    <a:gd name="connsiteY15" fmla="*/ 1049291 h 3630006"/>
                    <a:gd name="connsiteX16" fmla="*/ 929468 w 2032000"/>
                    <a:gd name="connsiteY16" fmla="*/ 520911 h 3630006"/>
                    <a:gd name="connsiteX17" fmla="*/ 1166539 w 2032000"/>
                    <a:gd name="connsiteY17" fmla="*/ 260495 h 3630006"/>
                    <a:gd name="connsiteX18" fmla="*/ 1362216 w 2032000"/>
                    <a:gd name="connsiteY18" fmla="*/ 79 h 3630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032000" h="3630006">
                      <a:moveTo>
                        <a:pt x="1362216" y="79"/>
                      </a:moveTo>
                      <a:cubicBezTo>
                        <a:pt x="1572946" y="11402"/>
                        <a:pt x="1779912" y="335978"/>
                        <a:pt x="2009457" y="335978"/>
                      </a:cubicBezTo>
                      <a:lnTo>
                        <a:pt x="2032000" y="338558"/>
                      </a:lnTo>
                      <a:lnTo>
                        <a:pt x="2032000" y="3630006"/>
                      </a:lnTo>
                      <a:lnTo>
                        <a:pt x="0" y="3630006"/>
                      </a:lnTo>
                      <a:lnTo>
                        <a:pt x="0" y="2368958"/>
                      </a:lnTo>
                      <a:lnTo>
                        <a:pt x="0" y="2277488"/>
                      </a:lnTo>
                      <a:lnTo>
                        <a:pt x="0" y="2194660"/>
                      </a:lnTo>
                      <a:lnTo>
                        <a:pt x="0" y="2099428"/>
                      </a:lnTo>
                      <a:lnTo>
                        <a:pt x="0" y="1990929"/>
                      </a:lnTo>
                      <a:lnTo>
                        <a:pt x="0" y="1868297"/>
                      </a:lnTo>
                      <a:lnTo>
                        <a:pt x="0" y="1730666"/>
                      </a:lnTo>
                      <a:lnTo>
                        <a:pt x="0" y="1577171"/>
                      </a:lnTo>
                      <a:lnTo>
                        <a:pt x="0" y="1406947"/>
                      </a:lnTo>
                      <a:lnTo>
                        <a:pt x="0" y="1219128"/>
                      </a:lnTo>
                      <a:cubicBezTo>
                        <a:pt x="124180" y="1170064"/>
                        <a:pt x="244597" y="1094581"/>
                        <a:pt x="349962" y="1049291"/>
                      </a:cubicBezTo>
                      <a:cubicBezTo>
                        <a:pt x="530587" y="970034"/>
                        <a:pt x="658530" y="520911"/>
                        <a:pt x="929468" y="520911"/>
                      </a:cubicBezTo>
                      <a:cubicBezTo>
                        <a:pt x="1064937" y="520911"/>
                        <a:pt x="1117620" y="388816"/>
                        <a:pt x="1166539" y="260495"/>
                      </a:cubicBezTo>
                      <a:cubicBezTo>
                        <a:pt x="1215458" y="128400"/>
                        <a:pt x="1256852" y="-3695"/>
                        <a:pt x="1362216" y="79"/>
                      </a:cubicBezTo>
                      <a:close/>
                    </a:path>
                  </a:pathLst>
                </a:cu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71" name="Freeform 2570"/>
                <p:cNvSpPr/>
                <p:nvPr/>
              </p:nvSpPr>
              <p:spPr>
                <a:xfrm>
                  <a:off x="2032000" y="3566552"/>
                  <a:ext cx="2032000" cy="3291448"/>
                </a:xfrm>
                <a:custGeom>
                  <a:avLst/>
                  <a:gdLst>
                    <a:gd name="connsiteX0" fmla="*/ 0 w 2032000"/>
                    <a:gd name="connsiteY0" fmla="*/ 0 h 3291448"/>
                    <a:gd name="connsiteX1" fmla="*/ 18499 w 2032000"/>
                    <a:gd name="connsiteY1" fmla="*/ 2117 h 3291448"/>
                    <a:gd name="connsiteX2" fmla="*/ 778982 w 2032000"/>
                    <a:gd name="connsiteY2" fmla="*/ 552219 h 3291448"/>
                    <a:gd name="connsiteX3" fmla="*/ 1106366 w 2032000"/>
                    <a:gd name="connsiteY3" fmla="*/ 612606 h 3291448"/>
                    <a:gd name="connsiteX4" fmla="*/ 1343437 w 2032000"/>
                    <a:gd name="connsiteY4" fmla="*/ 616380 h 3291448"/>
                    <a:gd name="connsiteX5" fmla="*/ 2001966 w 2032000"/>
                    <a:gd name="connsiteY5" fmla="*/ 922085 h 3291448"/>
                    <a:gd name="connsiteX6" fmla="*/ 2032000 w 2032000"/>
                    <a:gd name="connsiteY6" fmla="*/ 913156 h 3291448"/>
                    <a:gd name="connsiteX7" fmla="*/ 2032000 w 2032000"/>
                    <a:gd name="connsiteY7" fmla="*/ 3291448 h 3291448"/>
                    <a:gd name="connsiteX8" fmla="*/ 0 w 2032000"/>
                    <a:gd name="connsiteY8" fmla="*/ 3291448 h 32914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32000" h="3291448">
                      <a:moveTo>
                        <a:pt x="0" y="0"/>
                      </a:moveTo>
                      <a:lnTo>
                        <a:pt x="18499" y="2117"/>
                      </a:lnTo>
                      <a:cubicBezTo>
                        <a:pt x="234373" y="48239"/>
                        <a:pt x="602591" y="421304"/>
                        <a:pt x="778982" y="552219"/>
                      </a:cubicBezTo>
                      <a:cubicBezTo>
                        <a:pt x="891873" y="639025"/>
                        <a:pt x="993475" y="623928"/>
                        <a:pt x="1106366" y="612606"/>
                      </a:cubicBezTo>
                      <a:cubicBezTo>
                        <a:pt x="1177863" y="605057"/>
                        <a:pt x="1256887" y="597509"/>
                        <a:pt x="1343437" y="616380"/>
                      </a:cubicBezTo>
                      <a:cubicBezTo>
                        <a:pt x="1565455" y="669218"/>
                        <a:pt x="1783711" y="993794"/>
                        <a:pt x="2001966" y="922085"/>
                      </a:cubicBezTo>
                      <a:lnTo>
                        <a:pt x="2032000" y="913156"/>
                      </a:lnTo>
                      <a:lnTo>
                        <a:pt x="2032000" y="3291448"/>
                      </a:lnTo>
                      <a:lnTo>
                        <a:pt x="0" y="3291448"/>
                      </a:lnTo>
                      <a:close/>
                    </a:path>
                  </a:pathLst>
                </a:cu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73" name="Freeform 2572"/>
                <p:cNvSpPr/>
                <p:nvPr/>
              </p:nvSpPr>
              <p:spPr>
                <a:xfrm>
                  <a:off x="4064000" y="4388994"/>
                  <a:ext cx="2032000" cy="2469006"/>
                </a:xfrm>
                <a:custGeom>
                  <a:avLst/>
                  <a:gdLst>
                    <a:gd name="connsiteX0" fmla="*/ 429820 w 2032000"/>
                    <a:gd name="connsiteY0" fmla="*/ 396 h 2469006"/>
                    <a:gd name="connsiteX1" fmla="*/ 553236 w 2032000"/>
                    <a:gd name="connsiteY1" fmla="*/ 9064 h 2469006"/>
                    <a:gd name="connsiteX2" fmla="*/ 1057481 w 2032000"/>
                    <a:gd name="connsiteY2" fmla="*/ 114740 h 2469006"/>
                    <a:gd name="connsiteX3" fmla="*/ 1603120 w 2032000"/>
                    <a:gd name="connsiteY3" fmla="*/ 394027 h 2469006"/>
                    <a:gd name="connsiteX4" fmla="*/ 1952906 w 2032000"/>
                    <a:gd name="connsiteY4" fmla="*/ 417380 h 2469006"/>
                    <a:gd name="connsiteX5" fmla="*/ 2032000 w 2032000"/>
                    <a:gd name="connsiteY5" fmla="*/ 407014 h 2469006"/>
                    <a:gd name="connsiteX6" fmla="*/ 2032000 w 2032000"/>
                    <a:gd name="connsiteY6" fmla="*/ 2469006 h 2469006"/>
                    <a:gd name="connsiteX7" fmla="*/ 0 w 2032000"/>
                    <a:gd name="connsiteY7" fmla="*/ 2469006 h 2469006"/>
                    <a:gd name="connsiteX8" fmla="*/ 0 w 2032000"/>
                    <a:gd name="connsiteY8" fmla="*/ 90714 h 2469006"/>
                    <a:gd name="connsiteX9" fmla="*/ 133600 w 2032000"/>
                    <a:gd name="connsiteY9" fmla="*/ 50993 h 2469006"/>
                    <a:gd name="connsiteX10" fmla="*/ 429820 w 2032000"/>
                    <a:gd name="connsiteY10" fmla="*/ 396 h 2469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032000" h="2469006">
                      <a:moveTo>
                        <a:pt x="429820" y="396"/>
                      </a:moveTo>
                      <a:cubicBezTo>
                        <a:pt x="474212" y="-1079"/>
                        <a:pt x="515605" y="1516"/>
                        <a:pt x="553236" y="9064"/>
                      </a:cubicBezTo>
                      <a:cubicBezTo>
                        <a:pt x="699993" y="39257"/>
                        <a:pt x="876856" y="114740"/>
                        <a:pt x="1057481" y="114740"/>
                      </a:cubicBezTo>
                      <a:cubicBezTo>
                        <a:pt x="1234344" y="114740"/>
                        <a:pt x="1403680" y="314770"/>
                        <a:pt x="1603120" y="394027"/>
                      </a:cubicBezTo>
                      <a:cubicBezTo>
                        <a:pt x="1699078" y="433656"/>
                        <a:pt x="1828903" y="430825"/>
                        <a:pt x="1952906" y="417380"/>
                      </a:cubicBezTo>
                      <a:lnTo>
                        <a:pt x="2032000" y="407014"/>
                      </a:lnTo>
                      <a:lnTo>
                        <a:pt x="2032000" y="2469006"/>
                      </a:lnTo>
                      <a:lnTo>
                        <a:pt x="0" y="2469006"/>
                      </a:lnTo>
                      <a:lnTo>
                        <a:pt x="0" y="90714"/>
                      </a:lnTo>
                      <a:lnTo>
                        <a:pt x="133600" y="50993"/>
                      </a:lnTo>
                      <a:cubicBezTo>
                        <a:pt x="240258" y="22569"/>
                        <a:pt x="341036" y="3344"/>
                        <a:pt x="429820" y="396"/>
                      </a:cubicBezTo>
                      <a:close/>
                    </a:path>
                  </a:pathLst>
                </a:custGeom>
                <a:solidFill>
                  <a:schemeClr val="accent3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75" name="Freeform 2574"/>
                <p:cNvSpPr/>
                <p:nvPr/>
              </p:nvSpPr>
              <p:spPr>
                <a:xfrm>
                  <a:off x="6096000" y="4282770"/>
                  <a:ext cx="2032000" cy="2575231"/>
                </a:xfrm>
                <a:custGeom>
                  <a:avLst/>
                  <a:gdLst>
                    <a:gd name="connsiteX0" fmla="*/ 2032000 w 2032000"/>
                    <a:gd name="connsiteY0" fmla="*/ 0 h 2575231"/>
                    <a:gd name="connsiteX1" fmla="*/ 2032000 w 2032000"/>
                    <a:gd name="connsiteY1" fmla="*/ 2575231 h 2575231"/>
                    <a:gd name="connsiteX2" fmla="*/ 0 w 2032000"/>
                    <a:gd name="connsiteY2" fmla="*/ 2575231 h 2575231"/>
                    <a:gd name="connsiteX3" fmla="*/ 0 w 2032000"/>
                    <a:gd name="connsiteY3" fmla="*/ 513239 h 2575231"/>
                    <a:gd name="connsiteX4" fmla="*/ 41499 w 2032000"/>
                    <a:gd name="connsiteY4" fmla="*/ 507800 h 2575231"/>
                    <a:gd name="connsiteX5" fmla="*/ 157682 w 2032000"/>
                    <a:gd name="connsiteY5" fmla="*/ 492232 h 2575231"/>
                    <a:gd name="connsiteX6" fmla="*/ 195213 w 2032000"/>
                    <a:gd name="connsiteY6" fmla="*/ 489306 h 2575231"/>
                    <a:gd name="connsiteX7" fmla="*/ 311774 w 2032000"/>
                    <a:gd name="connsiteY7" fmla="*/ 437232 h 2575231"/>
                    <a:gd name="connsiteX8" fmla="*/ 639626 w 2032000"/>
                    <a:gd name="connsiteY8" fmla="*/ 334839 h 2575231"/>
                    <a:gd name="connsiteX9" fmla="*/ 1358363 w 2032000"/>
                    <a:gd name="connsiteY9" fmla="*/ 74372 h 2575231"/>
                    <a:gd name="connsiteX10" fmla="*/ 1964208 w 2032000"/>
                    <a:gd name="connsiteY10" fmla="*/ 2650 h 2575231"/>
                    <a:gd name="connsiteX11" fmla="*/ 2009364 w 2032000"/>
                    <a:gd name="connsiteY11" fmla="*/ 2650 h 2575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32000" h="2575231">
                      <a:moveTo>
                        <a:pt x="2032000" y="0"/>
                      </a:moveTo>
                      <a:lnTo>
                        <a:pt x="2032000" y="2575231"/>
                      </a:lnTo>
                      <a:lnTo>
                        <a:pt x="0" y="2575231"/>
                      </a:lnTo>
                      <a:lnTo>
                        <a:pt x="0" y="513239"/>
                      </a:lnTo>
                      <a:lnTo>
                        <a:pt x="41499" y="507800"/>
                      </a:lnTo>
                      <a:cubicBezTo>
                        <a:pt x="82892" y="502139"/>
                        <a:pt x="122404" y="496477"/>
                        <a:pt x="157682" y="492232"/>
                      </a:cubicBezTo>
                      <a:lnTo>
                        <a:pt x="195213" y="489306"/>
                      </a:lnTo>
                      <a:lnTo>
                        <a:pt x="311774" y="437232"/>
                      </a:lnTo>
                      <a:cubicBezTo>
                        <a:pt x="447712" y="379193"/>
                        <a:pt x="570010" y="334839"/>
                        <a:pt x="639626" y="334839"/>
                      </a:cubicBezTo>
                      <a:cubicBezTo>
                        <a:pt x="778858" y="334839"/>
                        <a:pt x="1158923" y="153645"/>
                        <a:pt x="1358363" y="74372"/>
                      </a:cubicBezTo>
                      <a:cubicBezTo>
                        <a:pt x="1542750" y="-1125"/>
                        <a:pt x="1787346" y="-1125"/>
                        <a:pt x="1964208" y="2650"/>
                      </a:cubicBezTo>
                      <a:cubicBezTo>
                        <a:pt x="1979260" y="2650"/>
                        <a:pt x="1994312" y="2650"/>
                        <a:pt x="2009364" y="2650"/>
                      </a:cubicBez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77" name="Freeform 2576"/>
                <p:cNvSpPr/>
                <p:nvPr/>
              </p:nvSpPr>
              <p:spPr>
                <a:xfrm>
                  <a:off x="8128000" y="4026782"/>
                  <a:ext cx="2032000" cy="2831219"/>
                </a:xfrm>
                <a:custGeom>
                  <a:avLst/>
                  <a:gdLst>
                    <a:gd name="connsiteX0" fmla="*/ 875130 w 2032000"/>
                    <a:gd name="connsiteY0" fmla="*/ 214 h 2831219"/>
                    <a:gd name="connsiteX1" fmla="*/ 1117558 w 2032000"/>
                    <a:gd name="connsiteY1" fmla="*/ 39695 h 2831219"/>
                    <a:gd name="connsiteX2" fmla="*/ 1896502 w 2032000"/>
                    <a:gd name="connsiteY2" fmla="*/ 96318 h 2831219"/>
                    <a:gd name="connsiteX3" fmla="*/ 2032000 w 2032000"/>
                    <a:gd name="connsiteY3" fmla="*/ 73711 h 2831219"/>
                    <a:gd name="connsiteX4" fmla="*/ 2032000 w 2032000"/>
                    <a:gd name="connsiteY4" fmla="*/ 2831219 h 2831219"/>
                    <a:gd name="connsiteX5" fmla="*/ 0 w 2032000"/>
                    <a:gd name="connsiteY5" fmla="*/ 2831219 h 2831219"/>
                    <a:gd name="connsiteX6" fmla="*/ 0 w 2032000"/>
                    <a:gd name="connsiteY6" fmla="*/ 255988 h 2831219"/>
                    <a:gd name="connsiteX7" fmla="*/ 47134 w 2032000"/>
                    <a:gd name="connsiteY7" fmla="*/ 250469 h 2831219"/>
                    <a:gd name="connsiteX8" fmla="*/ 534291 w 2032000"/>
                    <a:gd name="connsiteY8" fmla="*/ 39695 h 2831219"/>
                    <a:gd name="connsiteX9" fmla="*/ 875130 w 2032000"/>
                    <a:gd name="connsiteY9" fmla="*/ 214 h 2831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32000" h="2831219">
                      <a:moveTo>
                        <a:pt x="875130" y="214"/>
                      </a:moveTo>
                      <a:cubicBezTo>
                        <a:pt x="952632" y="1828"/>
                        <a:pt x="1034301" y="12799"/>
                        <a:pt x="1117558" y="39695"/>
                      </a:cubicBezTo>
                      <a:cubicBezTo>
                        <a:pt x="1335813" y="111418"/>
                        <a:pt x="1674484" y="145392"/>
                        <a:pt x="1896502" y="96318"/>
                      </a:cubicBezTo>
                      <a:lnTo>
                        <a:pt x="2032000" y="73711"/>
                      </a:lnTo>
                      <a:lnTo>
                        <a:pt x="2032000" y="2831219"/>
                      </a:lnTo>
                      <a:lnTo>
                        <a:pt x="0" y="2831219"/>
                      </a:lnTo>
                      <a:lnTo>
                        <a:pt x="0" y="255988"/>
                      </a:lnTo>
                      <a:lnTo>
                        <a:pt x="47134" y="250469"/>
                      </a:lnTo>
                      <a:cubicBezTo>
                        <a:pt x="214082" y="213930"/>
                        <a:pt x="405878" y="66119"/>
                        <a:pt x="534291" y="39695"/>
                      </a:cubicBezTo>
                      <a:cubicBezTo>
                        <a:pt x="628366" y="20821"/>
                        <a:pt x="745960" y="-2477"/>
                        <a:pt x="875130" y="214"/>
                      </a:cubicBezTo>
                      <a:close/>
                    </a:path>
                  </a:pathLst>
                </a:cu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79" name="Freeform 2578"/>
                <p:cNvSpPr/>
                <p:nvPr/>
              </p:nvSpPr>
              <p:spPr>
                <a:xfrm>
                  <a:off x="10160000" y="3073598"/>
                  <a:ext cx="2032000" cy="3784403"/>
                </a:xfrm>
                <a:custGeom>
                  <a:avLst/>
                  <a:gdLst>
                    <a:gd name="connsiteX0" fmla="*/ 1666988 w 2032000"/>
                    <a:gd name="connsiteY0" fmla="*/ 87 h 3784403"/>
                    <a:gd name="connsiteX1" fmla="*/ 2032000 w 2032000"/>
                    <a:gd name="connsiteY1" fmla="*/ 275653 h 3784403"/>
                    <a:gd name="connsiteX2" fmla="*/ 2032000 w 2032000"/>
                    <a:gd name="connsiteY2" fmla="*/ 279702 h 3784403"/>
                    <a:gd name="connsiteX3" fmla="*/ 2032000 w 2032000"/>
                    <a:gd name="connsiteY3" fmla="*/ 289317 h 3784403"/>
                    <a:gd name="connsiteX4" fmla="*/ 2032000 w 2032000"/>
                    <a:gd name="connsiteY4" fmla="*/ 308042 h 3784403"/>
                    <a:gd name="connsiteX5" fmla="*/ 2032000 w 2032000"/>
                    <a:gd name="connsiteY5" fmla="*/ 338913 h 3784403"/>
                    <a:gd name="connsiteX6" fmla="*/ 2032000 w 2032000"/>
                    <a:gd name="connsiteY6" fmla="*/ 384965 h 3784403"/>
                    <a:gd name="connsiteX7" fmla="*/ 2032000 w 2032000"/>
                    <a:gd name="connsiteY7" fmla="*/ 449237 h 3784403"/>
                    <a:gd name="connsiteX8" fmla="*/ 2032000 w 2032000"/>
                    <a:gd name="connsiteY8" fmla="*/ 534764 h 3784403"/>
                    <a:gd name="connsiteX9" fmla="*/ 2032000 w 2032000"/>
                    <a:gd name="connsiteY9" fmla="*/ 644582 h 3784403"/>
                    <a:gd name="connsiteX10" fmla="*/ 2032000 w 2032000"/>
                    <a:gd name="connsiteY10" fmla="*/ 709549 h 3784403"/>
                    <a:gd name="connsiteX11" fmla="*/ 2032000 w 2032000"/>
                    <a:gd name="connsiteY11" fmla="*/ 781728 h 3784403"/>
                    <a:gd name="connsiteX12" fmla="*/ 2032000 w 2032000"/>
                    <a:gd name="connsiteY12" fmla="*/ 861498 h 3784403"/>
                    <a:gd name="connsiteX13" fmla="*/ 2032000 w 2032000"/>
                    <a:gd name="connsiteY13" fmla="*/ 949239 h 3784403"/>
                    <a:gd name="connsiteX14" fmla="*/ 2032000 w 2032000"/>
                    <a:gd name="connsiteY14" fmla="*/ 1045330 h 3784403"/>
                    <a:gd name="connsiteX15" fmla="*/ 2032000 w 2032000"/>
                    <a:gd name="connsiteY15" fmla="*/ 1150150 h 3784403"/>
                    <a:gd name="connsiteX16" fmla="*/ 2032000 w 2032000"/>
                    <a:gd name="connsiteY16" fmla="*/ 1264081 h 3784403"/>
                    <a:gd name="connsiteX17" fmla="*/ 2032000 w 2032000"/>
                    <a:gd name="connsiteY17" fmla="*/ 1387500 h 3784403"/>
                    <a:gd name="connsiteX18" fmla="*/ 2032000 w 2032000"/>
                    <a:gd name="connsiteY18" fmla="*/ 1520787 h 3784403"/>
                    <a:gd name="connsiteX19" fmla="*/ 2032000 w 2032000"/>
                    <a:gd name="connsiteY19" fmla="*/ 1664322 h 3784403"/>
                    <a:gd name="connsiteX20" fmla="*/ 2032000 w 2032000"/>
                    <a:gd name="connsiteY20" fmla="*/ 1818485 h 3784403"/>
                    <a:gd name="connsiteX21" fmla="*/ 2032000 w 2032000"/>
                    <a:gd name="connsiteY21" fmla="*/ 1983655 h 3784403"/>
                    <a:gd name="connsiteX22" fmla="*/ 2032000 w 2032000"/>
                    <a:gd name="connsiteY22" fmla="*/ 2160212 h 3784403"/>
                    <a:gd name="connsiteX23" fmla="*/ 2032000 w 2032000"/>
                    <a:gd name="connsiteY23" fmla="*/ 2348535 h 3784403"/>
                    <a:gd name="connsiteX24" fmla="*/ 2032000 w 2032000"/>
                    <a:gd name="connsiteY24" fmla="*/ 2523355 h 3784403"/>
                    <a:gd name="connsiteX25" fmla="*/ 2032000 w 2032000"/>
                    <a:gd name="connsiteY25" fmla="*/ 3784403 h 3784403"/>
                    <a:gd name="connsiteX26" fmla="*/ 0 w 2032000"/>
                    <a:gd name="connsiteY26" fmla="*/ 3784403 h 3784403"/>
                    <a:gd name="connsiteX27" fmla="*/ 0 w 2032000"/>
                    <a:gd name="connsiteY27" fmla="*/ 1026895 h 3784403"/>
                    <a:gd name="connsiteX28" fmla="*/ 36660 w 2032000"/>
                    <a:gd name="connsiteY28" fmla="*/ 1020778 h 3784403"/>
                    <a:gd name="connsiteX29" fmla="*/ 519268 w 2032000"/>
                    <a:gd name="connsiteY29" fmla="*/ 841884 h 3784403"/>
                    <a:gd name="connsiteX30" fmla="*/ 1015986 w 2032000"/>
                    <a:gd name="connsiteY30" fmla="*/ 524795 h 3784403"/>
                    <a:gd name="connsiteX31" fmla="*/ 1177796 w 2032000"/>
                    <a:gd name="connsiteY31" fmla="*/ 490821 h 3784403"/>
                    <a:gd name="connsiteX32" fmla="*/ 1666988 w 2032000"/>
                    <a:gd name="connsiteY32" fmla="*/ 87 h 3784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2032000" h="3784403">
                      <a:moveTo>
                        <a:pt x="1666988" y="87"/>
                      </a:moveTo>
                      <a:cubicBezTo>
                        <a:pt x="1742248" y="-3688"/>
                        <a:pt x="1881480" y="117108"/>
                        <a:pt x="2032000" y="275653"/>
                      </a:cubicBezTo>
                      <a:lnTo>
                        <a:pt x="2032000" y="279702"/>
                      </a:lnTo>
                      <a:lnTo>
                        <a:pt x="2032000" y="289317"/>
                      </a:lnTo>
                      <a:lnTo>
                        <a:pt x="2032000" y="308042"/>
                      </a:lnTo>
                      <a:lnTo>
                        <a:pt x="2032000" y="338913"/>
                      </a:lnTo>
                      <a:lnTo>
                        <a:pt x="2032000" y="384965"/>
                      </a:lnTo>
                      <a:lnTo>
                        <a:pt x="2032000" y="449237"/>
                      </a:lnTo>
                      <a:lnTo>
                        <a:pt x="2032000" y="534764"/>
                      </a:lnTo>
                      <a:lnTo>
                        <a:pt x="2032000" y="644582"/>
                      </a:lnTo>
                      <a:lnTo>
                        <a:pt x="2032000" y="709549"/>
                      </a:lnTo>
                      <a:lnTo>
                        <a:pt x="2032000" y="781728"/>
                      </a:lnTo>
                      <a:lnTo>
                        <a:pt x="2032000" y="861498"/>
                      </a:lnTo>
                      <a:lnTo>
                        <a:pt x="2032000" y="949239"/>
                      </a:lnTo>
                      <a:lnTo>
                        <a:pt x="2032000" y="1045330"/>
                      </a:lnTo>
                      <a:lnTo>
                        <a:pt x="2032000" y="1150150"/>
                      </a:lnTo>
                      <a:lnTo>
                        <a:pt x="2032000" y="1264081"/>
                      </a:lnTo>
                      <a:lnTo>
                        <a:pt x="2032000" y="1387500"/>
                      </a:lnTo>
                      <a:lnTo>
                        <a:pt x="2032000" y="1520787"/>
                      </a:lnTo>
                      <a:lnTo>
                        <a:pt x="2032000" y="1664322"/>
                      </a:lnTo>
                      <a:lnTo>
                        <a:pt x="2032000" y="1818485"/>
                      </a:lnTo>
                      <a:lnTo>
                        <a:pt x="2032000" y="1983655"/>
                      </a:lnTo>
                      <a:lnTo>
                        <a:pt x="2032000" y="2160212"/>
                      </a:lnTo>
                      <a:lnTo>
                        <a:pt x="2032000" y="2348535"/>
                      </a:lnTo>
                      <a:lnTo>
                        <a:pt x="2032000" y="2523355"/>
                      </a:lnTo>
                      <a:lnTo>
                        <a:pt x="2032000" y="3784403"/>
                      </a:lnTo>
                      <a:lnTo>
                        <a:pt x="0" y="3784403"/>
                      </a:lnTo>
                      <a:lnTo>
                        <a:pt x="0" y="1026895"/>
                      </a:lnTo>
                      <a:lnTo>
                        <a:pt x="36660" y="1020778"/>
                      </a:lnTo>
                      <a:cubicBezTo>
                        <a:pt x="214463" y="996182"/>
                        <a:pt x="400732" y="972117"/>
                        <a:pt x="519268" y="841884"/>
                      </a:cubicBezTo>
                      <a:cubicBezTo>
                        <a:pt x="850413" y="479496"/>
                        <a:pt x="940726" y="502145"/>
                        <a:pt x="1015986" y="524795"/>
                      </a:cubicBezTo>
                      <a:cubicBezTo>
                        <a:pt x="1061142" y="536119"/>
                        <a:pt x="1098772" y="547444"/>
                        <a:pt x="1177796" y="490821"/>
                      </a:cubicBezTo>
                      <a:cubicBezTo>
                        <a:pt x="1373472" y="339826"/>
                        <a:pt x="1565386" y="3862"/>
                        <a:pt x="1666988" y="87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13" name="Freeform 2612"/>
              <p:cNvSpPr/>
              <p:nvPr/>
            </p:nvSpPr>
            <p:spPr>
              <a:xfrm>
                <a:off x="1222190" y="3352396"/>
                <a:ext cx="809810" cy="905419"/>
              </a:xfrm>
              <a:custGeom>
                <a:avLst/>
                <a:gdLst>
                  <a:gd name="connsiteX0" fmla="*/ 313425 w 809810"/>
                  <a:gd name="connsiteY0" fmla="*/ 0 h 905419"/>
                  <a:gd name="connsiteX1" fmla="*/ 522259 w 809810"/>
                  <a:gd name="connsiteY1" fmla="*/ 285027 h 905419"/>
                  <a:gd name="connsiteX2" fmla="*/ 790760 w 809810"/>
                  <a:gd name="connsiteY2" fmla="*/ 360034 h 905419"/>
                  <a:gd name="connsiteX3" fmla="*/ 809810 w 809810"/>
                  <a:gd name="connsiteY3" fmla="*/ 365126 h 905419"/>
                  <a:gd name="connsiteX4" fmla="*/ 809810 w 809810"/>
                  <a:gd name="connsiteY4" fmla="*/ 765146 h 905419"/>
                  <a:gd name="connsiteX5" fmla="*/ 807542 w 809810"/>
                  <a:gd name="connsiteY5" fmla="*/ 765072 h 905419"/>
                  <a:gd name="connsiteX6" fmla="*/ 447676 w 809810"/>
                  <a:gd name="connsiteY6" fmla="*/ 795075 h 905419"/>
                  <a:gd name="connsiteX7" fmla="*/ 44924 w 809810"/>
                  <a:gd name="connsiteY7" fmla="*/ 900085 h 905419"/>
                  <a:gd name="connsiteX8" fmla="*/ 268675 w 809810"/>
                  <a:gd name="connsiteY8" fmla="*/ 690065 h 905419"/>
                  <a:gd name="connsiteX9" fmla="*/ 775844 w 809810"/>
                  <a:gd name="connsiteY9" fmla="*/ 600056 h 905419"/>
                  <a:gd name="connsiteX10" fmla="*/ 611760 w 809810"/>
                  <a:gd name="connsiteY10" fmla="*/ 435041 h 905419"/>
                  <a:gd name="connsiteX11" fmla="*/ 373092 w 809810"/>
                  <a:gd name="connsiteY11" fmla="*/ 375035 h 905419"/>
                  <a:gd name="connsiteX12" fmla="*/ 298508 w 809810"/>
                  <a:gd name="connsiteY12" fmla="*/ 195018 h 905419"/>
                  <a:gd name="connsiteX13" fmla="*/ 223925 w 809810"/>
                  <a:gd name="connsiteY13" fmla="*/ 75007 h 905419"/>
                  <a:gd name="connsiteX14" fmla="*/ 313425 w 809810"/>
                  <a:gd name="connsiteY14" fmla="*/ 0 h 905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09810" h="905419">
                    <a:moveTo>
                      <a:pt x="313425" y="0"/>
                    </a:moveTo>
                    <a:cubicBezTo>
                      <a:pt x="402925" y="0"/>
                      <a:pt x="432759" y="195018"/>
                      <a:pt x="522259" y="285027"/>
                    </a:cubicBezTo>
                    <a:cubicBezTo>
                      <a:pt x="611760" y="375035"/>
                      <a:pt x="477509" y="285027"/>
                      <a:pt x="790760" y="360034"/>
                    </a:cubicBezTo>
                    <a:lnTo>
                      <a:pt x="809810" y="365126"/>
                    </a:lnTo>
                    <a:lnTo>
                      <a:pt x="809810" y="765146"/>
                    </a:lnTo>
                    <a:lnTo>
                      <a:pt x="807542" y="765072"/>
                    </a:lnTo>
                    <a:cubicBezTo>
                      <a:pt x="678885" y="765072"/>
                      <a:pt x="537176" y="780074"/>
                      <a:pt x="447676" y="795075"/>
                    </a:cubicBezTo>
                    <a:cubicBezTo>
                      <a:pt x="268675" y="825078"/>
                      <a:pt x="179174" y="930088"/>
                      <a:pt x="44924" y="900085"/>
                    </a:cubicBezTo>
                    <a:cubicBezTo>
                      <a:pt x="-89327" y="870082"/>
                      <a:pt x="104591" y="780073"/>
                      <a:pt x="268675" y="690065"/>
                    </a:cubicBezTo>
                    <a:cubicBezTo>
                      <a:pt x="432759" y="600056"/>
                      <a:pt x="731094" y="630059"/>
                      <a:pt x="775844" y="600056"/>
                    </a:cubicBezTo>
                    <a:cubicBezTo>
                      <a:pt x="820594" y="570054"/>
                      <a:pt x="716177" y="465044"/>
                      <a:pt x="611760" y="435041"/>
                    </a:cubicBezTo>
                    <a:cubicBezTo>
                      <a:pt x="507343" y="405038"/>
                      <a:pt x="447676" y="495047"/>
                      <a:pt x="373092" y="375035"/>
                    </a:cubicBezTo>
                    <a:cubicBezTo>
                      <a:pt x="309696" y="270025"/>
                      <a:pt x="358175" y="255024"/>
                      <a:pt x="298508" y="195018"/>
                    </a:cubicBezTo>
                    <a:cubicBezTo>
                      <a:pt x="238841" y="135013"/>
                      <a:pt x="223925" y="75007"/>
                      <a:pt x="223925" y="75007"/>
                    </a:cubicBezTo>
                    <a:cubicBezTo>
                      <a:pt x="223925" y="75007"/>
                      <a:pt x="223925" y="0"/>
                      <a:pt x="313425" y="0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5" name="Freeform 2614"/>
              <p:cNvSpPr/>
              <p:nvPr/>
            </p:nvSpPr>
            <p:spPr>
              <a:xfrm>
                <a:off x="2032000" y="3717521"/>
                <a:ext cx="2032000" cy="1091178"/>
              </a:xfrm>
              <a:custGeom>
                <a:avLst/>
                <a:gdLst>
                  <a:gd name="connsiteX0" fmla="*/ 0 w 2032000"/>
                  <a:gd name="connsiteY0" fmla="*/ 0 h 1091178"/>
                  <a:gd name="connsiteX1" fmla="*/ 86300 w 2032000"/>
                  <a:gd name="connsiteY1" fmla="*/ 23065 h 1091178"/>
                  <a:gd name="connsiteX2" fmla="*/ 353869 w 2032000"/>
                  <a:gd name="connsiteY2" fmla="*/ 234930 h 1091178"/>
                  <a:gd name="connsiteX3" fmla="*/ 622370 w 2032000"/>
                  <a:gd name="connsiteY3" fmla="*/ 429949 h 1091178"/>
                  <a:gd name="connsiteX4" fmla="*/ 1054955 w 2032000"/>
                  <a:gd name="connsiteY4" fmla="*/ 564962 h 1091178"/>
                  <a:gd name="connsiteX5" fmla="*/ 1487540 w 2032000"/>
                  <a:gd name="connsiteY5" fmla="*/ 744978 h 1091178"/>
                  <a:gd name="connsiteX6" fmla="*/ 1830625 w 2032000"/>
                  <a:gd name="connsiteY6" fmla="*/ 970000 h 1091178"/>
                  <a:gd name="connsiteX7" fmla="*/ 2032000 w 2032000"/>
                  <a:gd name="connsiteY7" fmla="*/ 1006871 h 1091178"/>
                  <a:gd name="connsiteX8" fmla="*/ 2032000 w 2032000"/>
                  <a:gd name="connsiteY8" fmla="*/ 1070358 h 1091178"/>
                  <a:gd name="connsiteX9" fmla="*/ 2014987 w 2032000"/>
                  <a:gd name="connsiteY9" fmla="*/ 1072431 h 1091178"/>
                  <a:gd name="connsiteX10" fmla="*/ 1890292 w 2032000"/>
                  <a:gd name="connsiteY10" fmla="*/ 1090011 h 1091178"/>
                  <a:gd name="connsiteX11" fmla="*/ 1502457 w 2032000"/>
                  <a:gd name="connsiteY11" fmla="*/ 1000002 h 1091178"/>
                  <a:gd name="connsiteX12" fmla="*/ 1099705 w 2032000"/>
                  <a:gd name="connsiteY12" fmla="*/ 759980 h 1091178"/>
                  <a:gd name="connsiteX13" fmla="*/ 503036 w 2032000"/>
                  <a:gd name="connsiteY13" fmla="*/ 954998 h 1091178"/>
                  <a:gd name="connsiteX14" fmla="*/ 756620 w 2032000"/>
                  <a:gd name="connsiteY14" fmla="*/ 729977 h 1091178"/>
                  <a:gd name="connsiteX15" fmla="*/ 428452 w 2032000"/>
                  <a:gd name="connsiteY15" fmla="*/ 594964 h 1091178"/>
                  <a:gd name="connsiteX16" fmla="*/ 279285 w 2032000"/>
                  <a:gd name="connsiteY16" fmla="*/ 459952 h 1091178"/>
                  <a:gd name="connsiteX17" fmla="*/ 90757 w 2032000"/>
                  <a:gd name="connsiteY17" fmla="*/ 402993 h 1091178"/>
                  <a:gd name="connsiteX18" fmla="*/ 0 w 2032000"/>
                  <a:gd name="connsiteY18" fmla="*/ 400020 h 1091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032000" h="1091178">
                    <a:moveTo>
                      <a:pt x="0" y="0"/>
                    </a:moveTo>
                    <a:lnTo>
                      <a:pt x="86300" y="23065"/>
                    </a:lnTo>
                    <a:cubicBezTo>
                      <a:pt x="304924" y="88901"/>
                      <a:pt x="340817" y="156173"/>
                      <a:pt x="353869" y="234930"/>
                    </a:cubicBezTo>
                    <a:cubicBezTo>
                      <a:pt x="368785" y="324939"/>
                      <a:pt x="547786" y="354942"/>
                      <a:pt x="622370" y="429949"/>
                    </a:cubicBezTo>
                    <a:cubicBezTo>
                      <a:pt x="696953" y="504956"/>
                      <a:pt x="935621" y="519957"/>
                      <a:pt x="1054955" y="564962"/>
                    </a:cubicBezTo>
                    <a:cubicBezTo>
                      <a:pt x="1174289" y="609966"/>
                      <a:pt x="1368206" y="654970"/>
                      <a:pt x="1487540" y="744978"/>
                    </a:cubicBezTo>
                    <a:cubicBezTo>
                      <a:pt x="1606874" y="834987"/>
                      <a:pt x="1472623" y="894992"/>
                      <a:pt x="1830625" y="970000"/>
                    </a:cubicBezTo>
                    <a:lnTo>
                      <a:pt x="2032000" y="1006871"/>
                    </a:lnTo>
                    <a:lnTo>
                      <a:pt x="2032000" y="1070358"/>
                    </a:lnTo>
                    <a:lnTo>
                      <a:pt x="2014987" y="1072431"/>
                    </a:lnTo>
                    <a:cubicBezTo>
                      <a:pt x="1958350" y="1079698"/>
                      <a:pt x="1912667" y="1086261"/>
                      <a:pt x="1890292" y="1090011"/>
                    </a:cubicBezTo>
                    <a:cubicBezTo>
                      <a:pt x="1800792" y="1105012"/>
                      <a:pt x="1591957" y="970000"/>
                      <a:pt x="1502457" y="1000002"/>
                    </a:cubicBezTo>
                    <a:cubicBezTo>
                      <a:pt x="1412956" y="1030005"/>
                      <a:pt x="1233956" y="819985"/>
                      <a:pt x="1099705" y="759980"/>
                    </a:cubicBezTo>
                    <a:cubicBezTo>
                      <a:pt x="965455" y="699974"/>
                      <a:pt x="637287" y="924995"/>
                      <a:pt x="503036" y="954998"/>
                    </a:cubicBezTo>
                    <a:cubicBezTo>
                      <a:pt x="368785" y="985001"/>
                      <a:pt x="756620" y="789983"/>
                      <a:pt x="756620" y="729977"/>
                    </a:cubicBezTo>
                    <a:cubicBezTo>
                      <a:pt x="756620" y="669971"/>
                      <a:pt x="547786" y="594964"/>
                      <a:pt x="428452" y="594964"/>
                    </a:cubicBezTo>
                    <a:cubicBezTo>
                      <a:pt x="309118" y="594964"/>
                      <a:pt x="353869" y="549960"/>
                      <a:pt x="279285" y="459952"/>
                    </a:cubicBezTo>
                    <a:cubicBezTo>
                      <a:pt x="251316" y="426199"/>
                      <a:pt x="179296" y="409322"/>
                      <a:pt x="90757" y="402993"/>
                    </a:cubicBezTo>
                    <a:lnTo>
                      <a:pt x="0" y="400020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7" name="Freeform 2616"/>
              <p:cNvSpPr/>
              <p:nvPr/>
            </p:nvSpPr>
            <p:spPr>
              <a:xfrm>
                <a:off x="4064000" y="4724393"/>
                <a:ext cx="458908" cy="63487"/>
              </a:xfrm>
              <a:custGeom>
                <a:avLst/>
                <a:gdLst>
                  <a:gd name="connsiteX0" fmla="*/ 355439 w 458908"/>
                  <a:gd name="connsiteY0" fmla="*/ 30401 h 63487"/>
                  <a:gd name="connsiteX1" fmla="*/ 454961 w 458908"/>
                  <a:gd name="connsiteY1" fmla="*/ 38136 h 63487"/>
                  <a:gd name="connsiteX2" fmla="*/ 277825 w 458908"/>
                  <a:gd name="connsiteY2" fmla="*/ 40011 h 63487"/>
                  <a:gd name="connsiteX3" fmla="*/ 258917 w 458908"/>
                  <a:gd name="connsiteY3" fmla="*/ 37485 h 63487"/>
                  <a:gd name="connsiteX4" fmla="*/ 0 w 458908"/>
                  <a:gd name="connsiteY4" fmla="*/ 0 h 63487"/>
                  <a:gd name="connsiteX5" fmla="*/ 58502 w 458908"/>
                  <a:gd name="connsiteY5" fmla="*/ 10711 h 63487"/>
                  <a:gd name="connsiteX6" fmla="*/ 258917 w 458908"/>
                  <a:gd name="connsiteY6" fmla="*/ 37485 h 63487"/>
                  <a:gd name="connsiteX7" fmla="*/ 173408 w 458908"/>
                  <a:gd name="connsiteY7" fmla="*/ 43761 h 63487"/>
                  <a:gd name="connsiteX8" fmla="*/ 74614 w 458908"/>
                  <a:gd name="connsiteY8" fmla="*/ 54397 h 63487"/>
                  <a:gd name="connsiteX9" fmla="*/ 0 w 458908"/>
                  <a:gd name="connsiteY9" fmla="*/ 63487 h 63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8908" h="63487">
                    <a:moveTo>
                      <a:pt x="355439" y="30401"/>
                    </a:moveTo>
                    <a:cubicBezTo>
                      <a:pt x="406482" y="28760"/>
                      <a:pt x="443774" y="30635"/>
                      <a:pt x="454961" y="38136"/>
                    </a:cubicBezTo>
                    <a:cubicBezTo>
                      <a:pt x="477336" y="53137"/>
                      <a:pt x="402753" y="53137"/>
                      <a:pt x="277825" y="40011"/>
                    </a:cubicBezTo>
                    <a:lnTo>
                      <a:pt x="258917" y="37485"/>
                    </a:lnTo>
                    <a:close/>
                    <a:moveTo>
                      <a:pt x="0" y="0"/>
                    </a:moveTo>
                    <a:lnTo>
                      <a:pt x="58502" y="10711"/>
                    </a:lnTo>
                    <a:lnTo>
                      <a:pt x="258917" y="37485"/>
                    </a:lnTo>
                    <a:lnTo>
                      <a:pt x="173408" y="43761"/>
                    </a:lnTo>
                    <a:cubicBezTo>
                      <a:pt x="140312" y="47043"/>
                      <a:pt x="106866" y="50676"/>
                      <a:pt x="74614" y="54397"/>
                    </a:cubicBezTo>
                    <a:lnTo>
                      <a:pt x="0" y="63487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9" name="Freeform 2618"/>
              <p:cNvSpPr/>
              <p:nvPr/>
            </p:nvSpPr>
            <p:spPr>
              <a:xfrm>
                <a:off x="6557388" y="4387730"/>
                <a:ext cx="1570613" cy="492561"/>
              </a:xfrm>
              <a:custGeom>
                <a:avLst/>
                <a:gdLst>
                  <a:gd name="connsiteX0" fmla="*/ 1570613 w 1570613"/>
                  <a:gd name="connsiteY0" fmla="*/ 0 h 492561"/>
                  <a:gd name="connsiteX1" fmla="*/ 1570613 w 1570613"/>
                  <a:gd name="connsiteY1" fmla="*/ 157506 h 492561"/>
                  <a:gd name="connsiteX2" fmla="*/ 1541884 w 1570613"/>
                  <a:gd name="connsiteY2" fmla="*/ 155632 h 492561"/>
                  <a:gd name="connsiteX3" fmla="*/ 1357767 w 1570613"/>
                  <a:gd name="connsiteY3" fmla="*/ 146136 h 492561"/>
                  <a:gd name="connsiteX4" fmla="*/ 910152 w 1570613"/>
                  <a:gd name="connsiteY4" fmla="*/ 191153 h 492561"/>
                  <a:gd name="connsiteX5" fmla="*/ 656503 w 1570613"/>
                  <a:gd name="connsiteY5" fmla="*/ 281186 h 492561"/>
                  <a:gd name="connsiteX6" fmla="*/ 701265 w 1570613"/>
                  <a:gd name="connsiteY6" fmla="*/ 491264 h 492561"/>
                  <a:gd name="connsiteX7" fmla="*/ 0 w 1570613"/>
                  <a:gd name="connsiteY7" fmla="*/ 386225 h 492561"/>
                  <a:gd name="connsiteX8" fmla="*/ 119364 w 1570613"/>
                  <a:gd name="connsiteY8" fmla="*/ 371219 h 492561"/>
                  <a:gd name="connsiteX9" fmla="*/ 820629 w 1570613"/>
                  <a:gd name="connsiteY9" fmla="*/ 71109 h 492561"/>
                  <a:gd name="connsiteX10" fmla="*/ 1298085 w 1570613"/>
                  <a:gd name="connsiteY10" fmla="*/ 11086 h 492561"/>
                  <a:gd name="connsiteX11" fmla="*/ 1548004 w 1570613"/>
                  <a:gd name="connsiteY11" fmla="*/ 3584 h 492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70613" h="492561">
                    <a:moveTo>
                      <a:pt x="1570613" y="0"/>
                    </a:moveTo>
                    <a:lnTo>
                      <a:pt x="1570613" y="157506"/>
                    </a:lnTo>
                    <a:lnTo>
                      <a:pt x="1541884" y="155632"/>
                    </a:lnTo>
                    <a:cubicBezTo>
                      <a:pt x="1460579" y="150357"/>
                      <a:pt x="1391338" y="146136"/>
                      <a:pt x="1357767" y="146136"/>
                    </a:cubicBezTo>
                    <a:cubicBezTo>
                      <a:pt x="1268244" y="146136"/>
                      <a:pt x="1059357" y="221164"/>
                      <a:pt x="910152" y="191153"/>
                    </a:cubicBezTo>
                    <a:cubicBezTo>
                      <a:pt x="760947" y="161142"/>
                      <a:pt x="656503" y="281186"/>
                      <a:pt x="656503" y="281186"/>
                    </a:cubicBezTo>
                    <a:cubicBezTo>
                      <a:pt x="656503" y="281186"/>
                      <a:pt x="790788" y="476258"/>
                      <a:pt x="701265" y="491264"/>
                    </a:cubicBezTo>
                    <a:cubicBezTo>
                      <a:pt x="611741" y="506269"/>
                      <a:pt x="0" y="386225"/>
                      <a:pt x="0" y="386225"/>
                    </a:cubicBezTo>
                    <a:cubicBezTo>
                      <a:pt x="0" y="386225"/>
                      <a:pt x="44762" y="386225"/>
                      <a:pt x="119364" y="371219"/>
                    </a:cubicBezTo>
                    <a:cubicBezTo>
                      <a:pt x="193967" y="356214"/>
                      <a:pt x="641583" y="161142"/>
                      <a:pt x="820629" y="71109"/>
                    </a:cubicBezTo>
                    <a:cubicBezTo>
                      <a:pt x="999675" y="-18925"/>
                      <a:pt x="1059357" y="26092"/>
                      <a:pt x="1298085" y="11086"/>
                    </a:cubicBezTo>
                    <a:cubicBezTo>
                      <a:pt x="1417450" y="3584"/>
                      <a:pt x="1488322" y="7335"/>
                      <a:pt x="1548004" y="3584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1" name="Freeform 2620"/>
              <p:cNvSpPr/>
              <p:nvPr/>
            </p:nvSpPr>
            <p:spPr>
              <a:xfrm>
                <a:off x="8128000" y="4105450"/>
                <a:ext cx="2032000" cy="458427"/>
              </a:xfrm>
              <a:custGeom>
                <a:avLst/>
                <a:gdLst>
                  <a:gd name="connsiteX0" fmla="*/ 1145155 w 2032000"/>
                  <a:gd name="connsiteY0" fmla="*/ 146623 h 458427"/>
                  <a:gd name="connsiteX1" fmla="*/ 1212297 w 2032000"/>
                  <a:gd name="connsiteY1" fmla="*/ 167548 h 458427"/>
                  <a:gd name="connsiteX2" fmla="*/ 1259895 w 2032000"/>
                  <a:gd name="connsiteY2" fmla="*/ 186193 h 458427"/>
                  <a:gd name="connsiteX3" fmla="*/ 1238962 w 2032000"/>
                  <a:gd name="connsiteY3" fmla="*/ 186423 h 458427"/>
                  <a:gd name="connsiteX4" fmla="*/ 1220165 w 2032000"/>
                  <a:gd name="connsiteY4" fmla="*/ 179913 h 458427"/>
                  <a:gd name="connsiteX5" fmla="*/ 1159842 w 2032000"/>
                  <a:gd name="connsiteY5" fmla="*/ 158317 h 458427"/>
                  <a:gd name="connsiteX6" fmla="*/ 1145155 w 2032000"/>
                  <a:gd name="connsiteY6" fmla="*/ 146623 h 458427"/>
                  <a:gd name="connsiteX7" fmla="*/ 685649 w 2032000"/>
                  <a:gd name="connsiteY7" fmla="*/ 55 h 458427"/>
                  <a:gd name="connsiteX8" fmla="*/ 1159842 w 2032000"/>
                  <a:gd name="connsiteY8" fmla="*/ 158317 h 458427"/>
                  <a:gd name="connsiteX9" fmla="*/ 1236310 w 2032000"/>
                  <a:gd name="connsiteY9" fmla="*/ 186452 h 458427"/>
                  <a:gd name="connsiteX10" fmla="*/ 1238962 w 2032000"/>
                  <a:gd name="connsiteY10" fmla="*/ 186423 h 458427"/>
                  <a:gd name="connsiteX11" fmla="*/ 1262654 w 2032000"/>
                  <a:gd name="connsiteY11" fmla="*/ 194629 h 458427"/>
                  <a:gd name="connsiteX12" fmla="*/ 1260555 w 2032000"/>
                  <a:gd name="connsiteY12" fmla="*/ 186452 h 458427"/>
                  <a:gd name="connsiteX13" fmla="*/ 1259895 w 2032000"/>
                  <a:gd name="connsiteY13" fmla="*/ 186193 h 458427"/>
                  <a:gd name="connsiteX14" fmla="*/ 1300421 w 2032000"/>
                  <a:gd name="connsiteY14" fmla="*/ 185749 h 458427"/>
                  <a:gd name="connsiteX15" fmla="*/ 1458252 w 2032000"/>
                  <a:gd name="connsiteY15" fmla="*/ 203333 h 458427"/>
                  <a:gd name="connsiteX16" fmla="*/ 1846186 w 2032000"/>
                  <a:gd name="connsiteY16" fmla="*/ 68283 h 458427"/>
                  <a:gd name="connsiteX17" fmla="*/ 2026398 w 2032000"/>
                  <a:gd name="connsiteY17" fmla="*/ 15295 h 458427"/>
                  <a:gd name="connsiteX18" fmla="*/ 2032000 w 2032000"/>
                  <a:gd name="connsiteY18" fmla="*/ 14918 h 458427"/>
                  <a:gd name="connsiteX19" fmla="*/ 2032000 w 2032000"/>
                  <a:gd name="connsiteY19" fmla="*/ 152785 h 458427"/>
                  <a:gd name="connsiteX20" fmla="*/ 2005357 w 2032000"/>
                  <a:gd name="connsiteY20" fmla="*/ 158932 h 458427"/>
                  <a:gd name="connsiteX21" fmla="*/ 1861106 w 2032000"/>
                  <a:gd name="connsiteY21" fmla="*/ 248350 h 458427"/>
                  <a:gd name="connsiteX22" fmla="*/ 1353808 w 2032000"/>
                  <a:gd name="connsiteY22" fmla="*/ 368394 h 458427"/>
                  <a:gd name="connsiteX23" fmla="*/ 712226 w 2032000"/>
                  <a:gd name="connsiteY23" fmla="*/ 203333 h 458427"/>
                  <a:gd name="connsiteX24" fmla="*/ 339213 w 2032000"/>
                  <a:gd name="connsiteY24" fmla="*/ 308372 h 458427"/>
                  <a:gd name="connsiteX25" fmla="*/ 369054 w 2032000"/>
                  <a:gd name="connsiteY25" fmla="*/ 458427 h 458427"/>
                  <a:gd name="connsiteX26" fmla="*/ 55724 w 2032000"/>
                  <a:gd name="connsiteY26" fmla="*/ 443422 h 458427"/>
                  <a:gd name="connsiteX27" fmla="*/ 0 w 2032000"/>
                  <a:gd name="connsiteY27" fmla="*/ 439786 h 458427"/>
                  <a:gd name="connsiteX28" fmla="*/ 0 w 2032000"/>
                  <a:gd name="connsiteY28" fmla="*/ 282280 h 458427"/>
                  <a:gd name="connsiteX29" fmla="*/ 63184 w 2032000"/>
                  <a:gd name="connsiteY29" fmla="*/ 272265 h 458427"/>
                  <a:gd name="connsiteX30" fmla="*/ 160167 w 2032000"/>
                  <a:gd name="connsiteY30" fmla="*/ 233344 h 458427"/>
                  <a:gd name="connsiteX31" fmla="*/ 607783 w 2032000"/>
                  <a:gd name="connsiteY31" fmla="*/ 23267 h 458427"/>
                  <a:gd name="connsiteX32" fmla="*/ 685649 w 2032000"/>
                  <a:gd name="connsiteY32" fmla="*/ 55 h 458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032000" h="458427">
                    <a:moveTo>
                      <a:pt x="1145155" y="146623"/>
                    </a:moveTo>
                    <a:cubicBezTo>
                      <a:pt x="1149817" y="145275"/>
                      <a:pt x="1179658" y="155298"/>
                      <a:pt x="1212297" y="167548"/>
                    </a:cubicBezTo>
                    <a:lnTo>
                      <a:pt x="1259895" y="186193"/>
                    </a:lnTo>
                    <a:lnTo>
                      <a:pt x="1238962" y="186423"/>
                    </a:lnTo>
                    <a:lnTo>
                      <a:pt x="1220165" y="179913"/>
                    </a:lnTo>
                    <a:cubicBezTo>
                      <a:pt x="1203147" y="173908"/>
                      <a:pt x="1183155" y="166757"/>
                      <a:pt x="1159842" y="158317"/>
                    </a:cubicBezTo>
                    <a:cubicBezTo>
                      <a:pt x="1146787" y="150814"/>
                      <a:pt x="1142823" y="147297"/>
                      <a:pt x="1145155" y="146623"/>
                    </a:cubicBezTo>
                    <a:close/>
                    <a:moveTo>
                      <a:pt x="685649" y="55"/>
                    </a:moveTo>
                    <a:cubicBezTo>
                      <a:pt x="768178" y="-2055"/>
                      <a:pt x="880082" y="57030"/>
                      <a:pt x="1159842" y="158317"/>
                    </a:cubicBezTo>
                    <a:cubicBezTo>
                      <a:pt x="1212064" y="188328"/>
                      <a:pt x="1212064" y="188328"/>
                      <a:pt x="1236310" y="186452"/>
                    </a:cubicBezTo>
                    <a:lnTo>
                      <a:pt x="1238962" y="186423"/>
                    </a:lnTo>
                    <a:lnTo>
                      <a:pt x="1262654" y="194629"/>
                    </a:lnTo>
                    <a:cubicBezTo>
                      <a:pt x="1331195" y="217753"/>
                      <a:pt x="1305317" y="204740"/>
                      <a:pt x="1260555" y="186452"/>
                    </a:cubicBezTo>
                    <a:lnTo>
                      <a:pt x="1259895" y="186193"/>
                    </a:lnTo>
                    <a:lnTo>
                      <a:pt x="1300421" y="185749"/>
                    </a:lnTo>
                    <a:cubicBezTo>
                      <a:pt x="1334225" y="187390"/>
                      <a:pt x="1383650" y="192079"/>
                      <a:pt x="1458252" y="203333"/>
                    </a:cubicBezTo>
                    <a:cubicBezTo>
                      <a:pt x="1756662" y="248350"/>
                      <a:pt x="1562696" y="188328"/>
                      <a:pt x="1846186" y="68283"/>
                    </a:cubicBezTo>
                    <a:cubicBezTo>
                      <a:pt x="1917058" y="38272"/>
                      <a:pt x="1976741" y="22329"/>
                      <a:pt x="2026398" y="15295"/>
                    </a:cubicBezTo>
                    <a:lnTo>
                      <a:pt x="2032000" y="14918"/>
                    </a:lnTo>
                    <a:lnTo>
                      <a:pt x="2032000" y="152785"/>
                    </a:lnTo>
                    <a:lnTo>
                      <a:pt x="2005357" y="158932"/>
                    </a:lnTo>
                    <a:cubicBezTo>
                      <a:pt x="1935242" y="180825"/>
                      <a:pt x="1883487" y="214588"/>
                      <a:pt x="1861106" y="248350"/>
                    </a:cubicBezTo>
                    <a:cubicBezTo>
                      <a:pt x="1801424" y="338383"/>
                      <a:pt x="1488093" y="383400"/>
                      <a:pt x="1353808" y="368394"/>
                    </a:cubicBezTo>
                    <a:cubicBezTo>
                      <a:pt x="1219524" y="353389"/>
                      <a:pt x="861432" y="218339"/>
                      <a:pt x="712226" y="203333"/>
                    </a:cubicBezTo>
                    <a:cubicBezTo>
                      <a:pt x="563021" y="188328"/>
                      <a:pt x="354134" y="233344"/>
                      <a:pt x="339213" y="308372"/>
                    </a:cubicBezTo>
                    <a:cubicBezTo>
                      <a:pt x="324293" y="383400"/>
                      <a:pt x="518260" y="458427"/>
                      <a:pt x="369054" y="458427"/>
                    </a:cubicBezTo>
                    <a:cubicBezTo>
                      <a:pt x="294451" y="458427"/>
                      <a:pt x="171357" y="450924"/>
                      <a:pt x="55724" y="443422"/>
                    </a:cubicBezTo>
                    <a:lnTo>
                      <a:pt x="0" y="439786"/>
                    </a:lnTo>
                    <a:lnTo>
                      <a:pt x="0" y="282280"/>
                    </a:lnTo>
                    <a:lnTo>
                      <a:pt x="63184" y="272265"/>
                    </a:lnTo>
                    <a:cubicBezTo>
                      <a:pt x="92092" y="264293"/>
                      <a:pt x="122866" y="252101"/>
                      <a:pt x="160167" y="233344"/>
                    </a:cubicBezTo>
                    <a:cubicBezTo>
                      <a:pt x="309372" y="158317"/>
                      <a:pt x="503339" y="83289"/>
                      <a:pt x="607783" y="23267"/>
                    </a:cubicBezTo>
                    <a:cubicBezTo>
                      <a:pt x="633894" y="8262"/>
                      <a:pt x="658139" y="759"/>
                      <a:pt x="685649" y="55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3" name="Freeform 2622"/>
              <p:cNvSpPr/>
              <p:nvPr/>
            </p:nvSpPr>
            <p:spPr>
              <a:xfrm>
                <a:off x="10160000" y="3138351"/>
                <a:ext cx="1664330" cy="1349827"/>
              </a:xfrm>
              <a:custGeom>
                <a:avLst/>
                <a:gdLst>
                  <a:gd name="connsiteX0" fmla="*/ 1649410 w 1664330"/>
                  <a:gd name="connsiteY0" fmla="*/ 0 h 1349827"/>
                  <a:gd name="connsiteX1" fmla="*/ 1664330 w 1664330"/>
                  <a:gd name="connsiteY1" fmla="*/ 165061 h 1349827"/>
                  <a:gd name="connsiteX2" fmla="*/ 1544966 w 1664330"/>
                  <a:gd name="connsiteY2" fmla="*/ 330122 h 1349827"/>
                  <a:gd name="connsiteX3" fmla="*/ 1470364 w 1664330"/>
                  <a:gd name="connsiteY3" fmla="*/ 480177 h 1349827"/>
                  <a:gd name="connsiteX4" fmla="*/ 1604648 w 1664330"/>
                  <a:gd name="connsiteY4" fmla="*/ 690255 h 1349827"/>
                  <a:gd name="connsiteX5" fmla="*/ 1201794 w 1664330"/>
                  <a:gd name="connsiteY5" fmla="*/ 690255 h 1349827"/>
                  <a:gd name="connsiteX6" fmla="*/ 918304 w 1664330"/>
                  <a:gd name="connsiteY6" fmla="*/ 855316 h 1349827"/>
                  <a:gd name="connsiteX7" fmla="*/ 1246556 w 1664330"/>
                  <a:gd name="connsiteY7" fmla="*/ 1245460 h 1349827"/>
                  <a:gd name="connsiteX8" fmla="*/ 425927 w 1664330"/>
                  <a:gd name="connsiteY8" fmla="*/ 1170432 h 1349827"/>
                  <a:gd name="connsiteX9" fmla="*/ 49184 w 1664330"/>
                  <a:gd name="connsiteY9" fmla="*/ 1108535 h 1349827"/>
                  <a:gd name="connsiteX10" fmla="*/ 0 w 1664330"/>
                  <a:gd name="connsiteY10" fmla="*/ 1119884 h 1349827"/>
                  <a:gd name="connsiteX11" fmla="*/ 0 w 1664330"/>
                  <a:gd name="connsiteY11" fmla="*/ 982017 h 1349827"/>
                  <a:gd name="connsiteX12" fmla="*/ 61511 w 1664330"/>
                  <a:gd name="connsiteY12" fmla="*/ 977881 h 1349827"/>
                  <a:gd name="connsiteX13" fmla="*/ 202119 w 1664330"/>
                  <a:gd name="connsiteY13" fmla="*/ 1020377 h 1349827"/>
                  <a:gd name="connsiteX14" fmla="*/ 590053 w 1664330"/>
                  <a:gd name="connsiteY14" fmla="*/ 990366 h 1349827"/>
                  <a:gd name="connsiteX15" fmla="*/ 739258 w 1664330"/>
                  <a:gd name="connsiteY15" fmla="*/ 780288 h 1349827"/>
                  <a:gd name="connsiteX16" fmla="*/ 948145 w 1664330"/>
                  <a:gd name="connsiteY16" fmla="*/ 600222 h 1349827"/>
                  <a:gd name="connsiteX17" fmla="*/ 1201794 w 1664330"/>
                  <a:gd name="connsiteY17" fmla="*/ 570211 h 1349827"/>
                  <a:gd name="connsiteX18" fmla="*/ 1470364 w 1664330"/>
                  <a:gd name="connsiteY18" fmla="*/ 255094 h 1349827"/>
                  <a:gd name="connsiteX19" fmla="*/ 1649410 w 1664330"/>
                  <a:gd name="connsiteY19" fmla="*/ 0 h 1349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64330" h="1349827">
                    <a:moveTo>
                      <a:pt x="1649410" y="0"/>
                    </a:moveTo>
                    <a:cubicBezTo>
                      <a:pt x="1649410" y="0"/>
                      <a:pt x="1664330" y="75028"/>
                      <a:pt x="1664330" y="165061"/>
                    </a:cubicBezTo>
                    <a:cubicBezTo>
                      <a:pt x="1664330" y="255094"/>
                      <a:pt x="1664330" y="255094"/>
                      <a:pt x="1544966" y="330122"/>
                    </a:cubicBezTo>
                    <a:cubicBezTo>
                      <a:pt x="1425602" y="405150"/>
                      <a:pt x="1515125" y="405150"/>
                      <a:pt x="1470364" y="480177"/>
                    </a:cubicBezTo>
                    <a:cubicBezTo>
                      <a:pt x="1425602" y="555205"/>
                      <a:pt x="1634489" y="645238"/>
                      <a:pt x="1604648" y="690255"/>
                    </a:cubicBezTo>
                    <a:cubicBezTo>
                      <a:pt x="1574807" y="735272"/>
                      <a:pt x="1440522" y="795294"/>
                      <a:pt x="1201794" y="690255"/>
                    </a:cubicBezTo>
                    <a:cubicBezTo>
                      <a:pt x="1201794" y="690255"/>
                      <a:pt x="1097350" y="765283"/>
                      <a:pt x="918304" y="855316"/>
                    </a:cubicBezTo>
                    <a:cubicBezTo>
                      <a:pt x="739258" y="945349"/>
                      <a:pt x="992906" y="1035382"/>
                      <a:pt x="1246556" y="1245460"/>
                    </a:cubicBezTo>
                    <a:cubicBezTo>
                      <a:pt x="1500204" y="1455537"/>
                      <a:pt x="694496" y="1305482"/>
                      <a:pt x="425927" y="1170432"/>
                    </a:cubicBezTo>
                    <a:cubicBezTo>
                      <a:pt x="291642" y="1102907"/>
                      <a:pt x="157358" y="1091653"/>
                      <a:pt x="49184" y="1108535"/>
                    </a:cubicBezTo>
                    <a:lnTo>
                      <a:pt x="0" y="1119884"/>
                    </a:lnTo>
                    <a:lnTo>
                      <a:pt x="0" y="982017"/>
                    </a:lnTo>
                    <a:lnTo>
                      <a:pt x="61511" y="977881"/>
                    </a:lnTo>
                    <a:cubicBezTo>
                      <a:pt x="161321" y="979346"/>
                      <a:pt x="202119" y="1020377"/>
                      <a:pt x="202119" y="1020377"/>
                    </a:cubicBezTo>
                    <a:cubicBezTo>
                      <a:pt x="202119" y="1020377"/>
                      <a:pt x="306563" y="1050388"/>
                      <a:pt x="590053" y="990366"/>
                    </a:cubicBezTo>
                    <a:cubicBezTo>
                      <a:pt x="873542" y="930344"/>
                      <a:pt x="724338" y="930344"/>
                      <a:pt x="739258" y="780288"/>
                    </a:cubicBezTo>
                    <a:cubicBezTo>
                      <a:pt x="754178" y="630233"/>
                      <a:pt x="813860" y="675249"/>
                      <a:pt x="948145" y="600222"/>
                    </a:cubicBezTo>
                    <a:cubicBezTo>
                      <a:pt x="1082430" y="525194"/>
                      <a:pt x="1201794" y="570211"/>
                      <a:pt x="1201794" y="570211"/>
                    </a:cubicBezTo>
                    <a:cubicBezTo>
                      <a:pt x="1201794" y="570211"/>
                      <a:pt x="1395760" y="360133"/>
                      <a:pt x="1470364" y="255094"/>
                    </a:cubicBezTo>
                    <a:cubicBezTo>
                      <a:pt x="1544966" y="150055"/>
                      <a:pt x="1649410" y="0"/>
                      <a:pt x="1649410" y="0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3" name="Freeform 2602"/>
              <p:cNvSpPr/>
              <p:nvPr/>
            </p:nvSpPr>
            <p:spPr>
              <a:xfrm>
                <a:off x="10160000" y="4678373"/>
                <a:ext cx="2032000" cy="984340"/>
              </a:xfrm>
              <a:custGeom>
                <a:avLst/>
                <a:gdLst>
                  <a:gd name="connsiteX0" fmla="*/ 0 w 2032000"/>
                  <a:gd name="connsiteY0" fmla="*/ 0 h 984340"/>
                  <a:gd name="connsiteX1" fmla="*/ 248324 w 2032000"/>
                  <a:gd name="connsiteY1" fmla="*/ 86188 h 984340"/>
                  <a:gd name="connsiteX2" fmla="*/ 609174 w 2032000"/>
                  <a:gd name="connsiteY2" fmla="*/ 223713 h 984340"/>
                  <a:gd name="connsiteX3" fmla="*/ 1288641 w 2032000"/>
                  <a:gd name="connsiteY3" fmla="*/ 532673 h 984340"/>
                  <a:gd name="connsiteX4" fmla="*/ 1742871 w 2032000"/>
                  <a:gd name="connsiteY4" fmla="*/ 754502 h 984340"/>
                  <a:gd name="connsiteX5" fmla="*/ 2032000 w 2032000"/>
                  <a:gd name="connsiteY5" fmla="*/ 893904 h 984340"/>
                  <a:gd name="connsiteX6" fmla="*/ 2032000 w 2032000"/>
                  <a:gd name="connsiteY6" fmla="*/ 974320 h 984340"/>
                  <a:gd name="connsiteX7" fmla="*/ 1976118 w 2032000"/>
                  <a:gd name="connsiteY7" fmla="*/ 974595 h 984340"/>
                  <a:gd name="connsiteX8" fmla="*/ 117927 w 2032000"/>
                  <a:gd name="connsiteY8" fmla="*/ 983759 h 984340"/>
                  <a:gd name="connsiteX9" fmla="*/ 0 w 2032000"/>
                  <a:gd name="connsiteY9" fmla="*/ 984340 h 984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2000" h="984340">
                    <a:moveTo>
                      <a:pt x="0" y="0"/>
                    </a:moveTo>
                    <a:lnTo>
                      <a:pt x="248324" y="86188"/>
                    </a:lnTo>
                    <a:cubicBezTo>
                      <a:pt x="368920" y="128576"/>
                      <a:pt x="489047" y="172848"/>
                      <a:pt x="609174" y="223713"/>
                    </a:cubicBezTo>
                    <a:cubicBezTo>
                      <a:pt x="838165" y="317908"/>
                      <a:pt x="1063403" y="423407"/>
                      <a:pt x="1288641" y="532673"/>
                    </a:cubicBezTo>
                    <a:cubicBezTo>
                      <a:pt x="1440676" y="606145"/>
                      <a:pt x="1591773" y="680559"/>
                      <a:pt x="1742871" y="754502"/>
                    </a:cubicBezTo>
                    <a:lnTo>
                      <a:pt x="2032000" y="893904"/>
                    </a:lnTo>
                    <a:lnTo>
                      <a:pt x="2032000" y="974320"/>
                    </a:lnTo>
                    <a:lnTo>
                      <a:pt x="1976118" y="974595"/>
                    </a:lnTo>
                    <a:cubicBezTo>
                      <a:pt x="1730582" y="975806"/>
                      <a:pt x="1212228" y="978362"/>
                      <a:pt x="117927" y="983759"/>
                    </a:cubicBezTo>
                    <a:lnTo>
                      <a:pt x="0" y="984340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04" name="Group 2603"/>
            <p:cNvGrpSpPr/>
            <p:nvPr/>
          </p:nvGrpSpPr>
          <p:grpSpPr>
            <a:xfrm>
              <a:off x="0" y="1964004"/>
              <a:ext cx="12192000" cy="4893997"/>
              <a:chOff x="0" y="1964004"/>
              <a:chExt cx="12192000" cy="4893997"/>
            </a:xfrm>
          </p:grpSpPr>
          <p:sp>
            <p:nvSpPr>
              <p:cNvPr id="2527" name="Freeform 2526"/>
              <p:cNvSpPr/>
              <p:nvPr/>
            </p:nvSpPr>
            <p:spPr>
              <a:xfrm>
                <a:off x="0" y="3548532"/>
                <a:ext cx="2032000" cy="3309468"/>
              </a:xfrm>
              <a:custGeom>
                <a:avLst/>
                <a:gdLst>
                  <a:gd name="connsiteX0" fmla="*/ 1593259 w 2032000"/>
                  <a:gd name="connsiteY0" fmla="*/ 0 h 3309468"/>
                  <a:gd name="connsiteX1" fmla="*/ 1650352 w 2032000"/>
                  <a:gd name="connsiteY1" fmla="*/ 159977 h 3309468"/>
                  <a:gd name="connsiteX2" fmla="*/ 1741701 w 2032000"/>
                  <a:gd name="connsiteY2" fmla="*/ 99034 h 3309468"/>
                  <a:gd name="connsiteX3" fmla="*/ 1646546 w 2032000"/>
                  <a:gd name="connsiteY3" fmla="*/ 335189 h 3309468"/>
                  <a:gd name="connsiteX4" fmla="*/ 1722670 w 2032000"/>
                  <a:gd name="connsiteY4" fmla="*/ 217111 h 3309468"/>
                  <a:gd name="connsiteX5" fmla="*/ 1730282 w 2032000"/>
                  <a:gd name="connsiteY5" fmla="*/ 220920 h 3309468"/>
                  <a:gd name="connsiteX6" fmla="*/ 1737895 w 2032000"/>
                  <a:gd name="connsiteY6" fmla="*/ 251392 h 3309468"/>
                  <a:gd name="connsiteX7" fmla="*/ 1844469 w 2032000"/>
                  <a:gd name="connsiteY7" fmla="*/ 205685 h 3309468"/>
                  <a:gd name="connsiteX8" fmla="*/ 1852081 w 2032000"/>
                  <a:gd name="connsiteY8" fmla="*/ 220920 h 3309468"/>
                  <a:gd name="connsiteX9" fmla="*/ 1787375 w 2032000"/>
                  <a:gd name="connsiteY9" fmla="*/ 278055 h 3309468"/>
                  <a:gd name="connsiteX10" fmla="*/ 1863500 w 2032000"/>
                  <a:gd name="connsiteY10" fmla="*/ 319953 h 3309468"/>
                  <a:gd name="connsiteX11" fmla="*/ 1715058 w 2032000"/>
                  <a:gd name="connsiteY11" fmla="*/ 335189 h 3309468"/>
                  <a:gd name="connsiteX12" fmla="*/ 1817825 w 2032000"/>
                  <a:gd name="connsiteY12" fmla="*/ 415178 h 3309468"/>
                  <a:gd name="connsiteX13" fmla="*/ 1794988 w 2032000"/>
                  <a:gd name="connsiteY13" fmla="*/ 422795 h 3309468"/>
                  <a:gd name="connsiteX14" fmla="*/ 1722670 w 2032000"/>
                  <a:gd name="connsiteY14" fmla="*/ 445649 h 3309468"/>
                  <a:gd name="connsiteX15" fmla="*/ 1699833 w 2032000"/>
                  <a:gd name="connsiteY15" fmla="*/ 434222 h 3309468"/>
                  <a:gd name="connsiteX16" fmla="*/ 1699833 w 2032000"/>
                  <a:gd name="connsiteY16" fmla="*/ 407560 h 3309468"/>
                  <a:gd name="connsiteX17" fmla="*/ 1642740 w 2032000"/>
                  <a:gd name="connsiteY17" fmla="*/ 483739 h 3309468"/>
                  <a:gd name="connsiteX18" fmla="*/ 1654158 w 2032000"/>
                  <a:gd name="connsiteY18" fmla="*/ 586581 h 3309468"/>
                  <a:gd name="connsiteX19" fmla="*/ 1661771 w 2032000"/>
                  <a:gd name="connsiteY19" fmla="*/ 628480 h 3309468"/>
                  <a:gd name="connsiteX20" fmla="*/ 1787375 w 2032000"/>
                  <a:gd name="connsiteY20" fmla="*/ 506593 h 3309468"/>
                  <a:gd name="connsiteX21" fmla="*/ 1836856 w 2032000"/>
                  <a:gd name="connsiteY21" fmla="*/ 415178 h 3309468"/>
                  <a:gd name="connsiteX22" fmla="*/ 1878724 w 2032000"/>
                  <a:gd name="connsiteY22" fmla="*/ 453267 h 3309468"/>
                  <a:gd name="connsiteX23" fmla="*/ 1935818 w 2032000"/>
                  <a:gd name="connsiteY23" fmla="*/ 403751 h 3309468"/>
                  <a:gd name="connsiteX24" fmla="*/ 1962461 w 2032000"/>
                  <a:gd name="connsiteY24" fmla="*/ 396133 h 3309468"/>
                  <a:gd name="connsiteX25" fmla="*/ 1958655 w 2032000"/>
                  <a:gd name="connsiteY25" fmla="*/ 426604 h 3309468"/>
                  <a:gd name="connsiteX26" fmla="*/ 1924399 w 2032000"/>
                  <a:gd name="connsiteY26" fmla="*/ 479930 h 3309468"/>
                  <a:gd name="connsiteX27" fmla="*/ 2004329 w 2032000"/>
                  <a:gd name="connsiteY27" fmla="*/ 491357 h 3309468"/>
                  <a:gd name="connsiteX28" fmla="*/ 1924399 w 2032000"/>
                  <a:gd name="connsiteY28" fmla="*/ 567536 h 3309468"/>
                  <a:gd name="connsiteX29" fmla="*/ 1928205 w 2032000"/>
                  <a:gd name="connsiteY29" fmla="*/ 578963 h 3309468"/>
                  <a:gd name="connsiteX30" fmla="*/ 1985298 w 2032000"/>
                  <a:gd name="connsiteY30" fmla="*/ 594199 h 3309468"/>
                  <a:gd name="connsiteX31" fmla="*/ 2000523 w 2032000"/>
                  <a:gd name="connsiteY31" fmla="*/ 617053 h 3309468"/>
                  <a:gd name="connsiteX32" fmla="*/ 1985298 w 2032000"/>
                  <a:gd name="connsiteY32" fmla="*/ 632288 h 3309468"/>
                  <a:gd name="connsiteX33" fmla="*/ 1916786 w 2032000"/>
                  <a:gd name="connsiteY33" fmla="*/ 677996 h 3309468"/>
                  <a:gd name="connsiteX34" fmla="*/ 1859693 w 2032000"/>
                  <a:gd name="connsiteY34" fmla="*/ 704659 h 3309468"/>
                  <a:gd name="connsiteX35" fmla="*/ 1958655 w 2032000"/>
                  <a:gd name="connsiteY35" fmla="*/ 723704 h 3309468"/>
                  <a:gd name="connsiteX36" fmla="*/ 1958655 w 2032000"/>
                  <a:gd name="connsiteY36" fmla="*/ 738940 h 3309468"/>
                  <a:gd name="connsiteX37" fmla="*/ 1893949 w 2032000"/>
                  <a:gd name="connsiteY37" fmla="*/ 773220 h 3309468"/>
                  <a:gd name="connsiteX38" fmla="*/ 1897755 w 2032000"/>
                  <a:gd name="connsiteY38" fmla="*/ 796074 h 3309468"/>
                  <a:gd name="connsiteX39" fmla="*/ 1855887 w 2032000"/>
                  <a:gd name="connsiteY39" fmla="*/ 818928 h 3309468"/>
                  <a:gd name="connsiteX40" fmla="*/ 1859693 w 2032000"/>
                  <a:gd name="connsiteY40" fmla="*/ 830355 h 3309468"/>
                  <a:gd name="connsiteX41" fmla="*/ 1916786 w 2032000"/>
                  <a:gd name="connsiteY41" fmla="*/ 807501 h 3309468"/>
                  <a:gd name="connsiteX42" fmla="*/ 1977686 w 2032000"/>
                  <a:gd name="connsiteY42" fmla="*/ 807501 h 3309468"/>
                  <a:gd name="connsiteX43" fmla="*/ 1970073 w 2032000"/>
                  <a:gd name="connsiteY43" fmla="*/ 849399 h 3309468"/>
                  <a:gd name="connsiteX44" fmla="*/ 2032000 w 2032000"/>
                  <a:gd name="connsiteY44" fmla="*/ 869615 h 3309468"/>
                  <a:gd name="connsiteX45" fmla="*/ 2032000 w 2032000"/>
                  <a:gd name="connsiteY45" fmla="*/ 969048 h 3309468"/>
                  <a:gd name="connsiteX46" fmla="*/ 2024015 w 2032000"/>
                  <a:gd name="connsiteY46" fmla="*/ 969085 h 3309468"/>
                  <a:gd name="connsiteX47" fmla="*/ 1989104 w 2032000"/>
                  <a:gd name="connsiteY47" fmla="*/ 956051 h 3309468"/>
                  <a:gd name="connsiteX48" fmla="*/ 1973880 w 2032000"/>
                  <a:gd name="connsiteY48" fmla="*/ 986522 h 3309468"/>
                  <a:gd name="connsiteX49" fmla="*/ 1935818 w 2032000"/>
                  <a:gd name="connsiteY49" fmla="*/ 1001758 h 3309468"/>
                  <a:gd name="connsiteX50" fmla="*/ 1871112 w 2032000"/>
                  <a:gd name="connsiteY50" fmla="*/ 937006 h 3309468"/>
                  <a:gd name="connsiteX51" fmla="*/ 1844469 w 2032000"/>
                  <a:gd name="connsiteY51" fmla="*/ 952242 h 3309468"/>
                  <a:gd name="connsiteX52" fmla="*/ 1855887 w 2032000"/>
                  <a:gd name="connsiteY52" fmla="*/ 994140 h 3309468"/>
                  <a:gd name="connsiteX53" fmla="*/ 1764538 w 2032000"/>
                  <a:gd name="connsiteY53" fmla="*/ 937006 h 3309468"/>
                  <a:gd name="connsiteX54" fmla="*/ 1760732 w 2032000"/>
                  <a:gd name="connsiteY54" fmla="*/ 959860 h 3309468"/>
                  <a:gd name="connsiteX55" fmla="*/ 1737895 w 2032000"/>
                  <a:gd name="connsiteY55" fmla="*/ 990331 h 3309468"/>
                  <a:gd name="connsiteX56" fmla="*/ 1707445 w 2032000"/>
                  <a:gd name="connsiteY56" fmla="*/ 967478 h 3309468"/>
                  <a:gd name="connsiteX57" fmla="*/ 1684608 w 2032000"/>
                  <a:gd name="connsiteY57" fmla="*/ 898916 h 3309468"/>
                  <a:gd name="connsiteX58" fmla="*/ 1680802 w 2032000"/>
                  <a:gd name="connsiteY58" fmla="*/ 876062 h 3309468"/>
                  <a:gd name="connsiteX59" fmla="*/ 1665577 w 2032000"/>
                  <a:gd name="connsiteY59" fmla="*/ 879871 h 3309468"/>
                  <a:gd name="connsiteX60" fmla="*/ 1692220 w 2032000"/>
                  <a:gd name="connsiteY60" fmla="*/ 967478 h 3309468"/>
                  <a:gd name="connsiteX61" fmla="*/ 1833050 w 2032000"/>
                  <a:gd name="connsiteY61" fmla="*/ 1020803 h 3309468"/>
                  <a:gd name="connsiteX62" fmla="*/ 1806407 w 2032000"/>
                  <a:gd name="connsiteY62" fmla="*/ 1062701 h 3309468"/>
                  <a:gd name="connsiteX63" fmla="*/ 1905368 w 2032000"/>
                  <a:gd name="connsiteY63" fmla="*/ 1074128 h 3309468"/>
                  <a:gd name="connsiteX64" fmla="*/ 2000523 w 2032000"/>
                  <a:gd name="connsiteY64" fmla="*/ 1020803 h 3309468"/>
                  <a:gd name="connsiteX65" fmla="*/ 2004329 w 2032000"/>
                  <a:gd name="connsiteY65" fmla="*/ 1055084 h 3309468"/>
                  <a:gd name="connsiteX66" fmla="*/ 2032000 w 2032000"/>
                  <a:gd name="connsiteY66" fmla="*/ 1050824 h 3309468"/>
                  <a:gd name="connsiteX67" fmla="*/ 2032000 w 2032000"/>
                  <a:gd name="connsiteY67" fmla="*/ 1222712 h 3309468"/>
                  <a:gd name="connsiteX68" fmla="*/ 2023360 w 2032000"/>
                  <a:gd name="connsiteY68" fmla="*/ 1218869 h 3309468"/>
                  <a:gd name="connsiteX69" fmla="*/ 2015748 w 2032000"/>
                  <a:gd name="connsiteY69" fmla="*/ 1256959 h 3309468"/>
                  <a:gd name="connsiteX70" fmla="*/ 1977686 w 2032000"/>
                  <a:gd name="connsiteY70" fmla="*/ 1279812 h 3309468"/>
                  <a:gd name="connsiteX71" fmla="*/ 1928205 w 2032000"/>
                  <a:gd name="connsiteY71" fmla="*/ 1245532 h 3309468"/>
                  <a:gd name="connsiteX72" fmla="*/ 1916786 w 2032000"/>
                  <a:gd name="connsiteY72" fmla="*/ 1268386 h 3309468"/>
                  <a:gd name="connsiteX73" fmla="*/ 1882531 w 2032000"/>
                  <a:gd name="connsiteY73" fmla="*/ 1256959 h 3309468"/>
                  <a:gd name="connsiteX74" fmla="*/ 1833050 w 2032000"/>
                  <a:gd name="connsiteY74" fmla="*/ 1230296 h 3309468"/>
                  <a:gd name="connsiteX75" fmla="*/ 1821631 w 2032000"/>
                  <a:gd name="connsiteY75" fmla="*/ 1241723 h 3309468"/>
                  <a:gd name="connsiteX76" fmla="*/ 1848275 w 2032000"/>
                  <a:gd name="connsiteY76" fmla="*/ 1276003 h 3309468"/>
                  <a:gd name="connsiteX77" fmla="*/ 1985298 w 2032000"/>
                  <a:gd name="connsiteY77" fmla="*/ 1344565 h 3309468"/>
                  <a:gd name="connsiteX78" fmla="*/ 2015183 w 2032000"/>
                  <a:gd name="connsiteY78" fmla="*/ 1354140 h 3309468"/>
                  <a:gd name="connsiteX79" fmla="*/ 2032000 w 2032000"/>
                  <a:gd name="connsiteY79" fmla="*/ 1354953 h 3309468"/>
                  <a:gd name="connsiteX80" fmla="*/ 2032000 w 2032000"/>
                  <a:gd name="connsiteY80" fmla="*/ 1519331 h 3309468"/>
                  <a:gd name="connsiteX81" fmla="*/ 2022268 w 2032000"/>
                  <a:gd name="connsiteY81" fmla="*/ 1531108 h 3309468"/>
                  <a:gd name="connsiteX82" fmla="*/ 1943430 w 2032000"/>
                  <a:gd name="connsiteY82" fmla="*/ 1508350 h 3309468"/>
                  <a:gd name="connsiteX83" fmla="*/ 1935818 w 2032000"/>
                  <a:gd name="connsiteY83" fmla="*/ 1550249 h 3309468"/>
                  <a:gd name="connsiteX84" fmla="*/ 1798794 w 2032000"/>
                  <a:gd name="connsiteY84" fmla="*/ 1519777 h 3309468"/>
                  <a:gd name="connsiteX85" fmla="*/ 1981492 w 2032000"/>
                  <a:gd name="connsiteY85" fmla="*/ 1615001 h 3309468"/>
                  <a:gd name="connsiteX86" fmla="*/ 2032000 w 2032000"/>
                  <a:gd name="connsiteY86" fmla="*/ 1625849 h 3309468"/>
                  <a:gd name="connsiteX87" fmla="*/ 2032000 w 2032000"/>
                  <a:gd name="connsiteY87" fmla="*/ 1885936 h 3309468"/>
                  <a:gd name="connsiteX88" fmla="*/ 2026215 w 2032000"/>
                  <a:gd name="connsiteY88" fmla="*/ 1885438 h 3309468"/>
                  <a:gd name="connsiteX89" fmla="*/ 1958655 w 2032000"/>
                  <a:gd name="connsiteY89" fmla="*/ 1851157 h 3309468"/>
                  <a:gd name="connsiteX90" fmla="*/ 2016700 w 2032000"/>
                  <a:gd name="connsiteY90" fmla="*/ 1938287 h 3309468"/>
                  <a:gd name="connsiteX91" fmla="*/ 2032000 w 2032000"/>
                  <a:gd name="connsiteY91" fmla="*/ 1943592 h 3309468"/>
                  <a:gd name="connsiteX92" fmla="*/ 2032000 w 2032000"/>
                  <a:gd name="connsiteY92" fmla="*/ 3309468 h 3309468"/>
                  <a:gd name="connsiteX93" fmla="*/ 0 w 2032000"/>
                  <a:gd name="connsiteY93" fmla="*/ 3309468 h 3309468"/>
                  <a:gd name="connsiteX94" fmla="*/ 0 w 2032000"/>
                  <a:gd name="connsiteY94" fmla="*/ 1419344 h 3309468"/>
                  <a:gd name="connsiteX95" fmla="*/ 15111 w 2032000"/>
                  <a:gd name="connsiteY95" fmla="*/ 1422173 h 3309468"/>
                  <a:gd name="connsiteX96" fmla="*/ 66970 w 2032000"/>
                  <a:gd name="connsiteY96" fmla="*/ 1375037 h 3309468"/>
                  <a:gd name="connsiteX97" fmla="*/ 15587 w 2032000"/>
                  <a:gd name="connsiteY97" fmla="*/ 1375037 h 3309468"/>
                  <a:gd name="connsiteX98" fmla="*/ 0 w 2032000"/>
                  <a:gd name="connsiteY98" fmla="*/ 1375037 h 3309468"/>
                  <a:gd name="connsiteX99" fmla="*/ 0 w 2032000"/>
                  <a:gd name="connsiteY99" fmla="*/ 1298024 h 3309468"/>
                  <a:gd name="connsiteX100" fmla="*/ 47939 w 2032000"/>
                  <a:gd name="connsiteY100" fmla="*/ 1302666 h 3309468"/>
                  <a:gd name="connsiteX101" fmla="*/ 47939 w 2032000"/>
                  <a:gd name="connsiteY101" fmla="*/ 1287430 h 3309468"/>
                  <a:gd name="connsiteX102" fmla="*/ 14412 w 2032000"/>
                  <a:gd name="connsiteY102" fmla="*/ 1278793 h 3309468"/>
                  <a:gd name="connsiteX103" fmla="*/ 0 w 2032000"/>
                  <a:gd name="connsiteY103" fmla="*/ 1269418 h 3309468"/>
                  <a:gd name="connsiteX104" fmla="*/ 0 w 2032000"/>
                  <a:gd name="connsiteY104" fmla="*/ 1043983 h 3309468"/>
                  <a:gd name="connsiteX105" fmla="*/ 29385 w 2032000"/>
                  <a:gd name="connsiteY105" fmla="*/ 1052704 h 3309468"/>
                  <a:gd name="connsiteX106" fmla="*/ 89808 w 2032000"/>
                  <a:gd name="connsiteY106" fmla="*/ 1070319 h 3309468"/>
                  <a:gd name="connsiteX107" fmla="*/ 105032 w 2032000"/>
                  <a:gd name="connsiteY107" fmla="*/ 1062701 h 3309468"/>
                  <a:gd name="connsiteX108" fmla="*/ 44133 w 2032000"/>
                  <a:gd name="connsiteY108" fmla="*/ 963669 h 3309468"/>
                  <a:gd name="connsiteX109" fmla="*/ 55552 w 2032000"/>
                  <a:gd name="connsiteY109" fmla="*/ 799883 h 3309468"/>
                  <a:gd name="connsiteX110" fmla="*/ 70777 w 2032000"/>
                  <a:gd name="connsiteY110" fmla="*/ 799883 h 3309468"/>
                  <a:gd name="connsiteX111" fmla="*/ 116451 w 2032000"/>
                  <a:gd name="connsiteY111" fmla="*/ 906534 h 3309468"/>
                  <a:gd name="connsiteX112" fmla="*/ 154513 w 2032000"/>
                  <a:gd name="connsiteY112" fmla="*/ 853208 h 3309468"/>
                  <a:gd name="connsiteX113" fmla="*/ 173544 w 2032000"/>
                  <a:gd name="connsiteY113" fmla="*/ 643715 h 3309468"/>
                  <a:gd name="connsiteX114" fmla="*/ 192575 w 2032000"/>
                  <a:gd name="connsiteY114" fmla="*/ 639906 h 3309468"/>
                  <a:gd name="connsiteX115" fmla="*/ 219219 w 2032000"/>
                  <a:gd name="connsiteY115" fmla="*/ 723704 h 3309468"/>
                  <a:gd name="connsiteX116" fmla="*/ 276312 w 2032000"/>
                  <a:gd name="connsiteY116" fmla="*/ 719895 h 3309468"/>
                  <a:gd name="connsiteX117" fmla="*/ 234443 w 2032000"/>
                  <a:gd name="connsiteY117" fmla="*/ 582772 h 3309468"/>
                  <a:gd name="connsiteX118" fmla="*/ 196381 w 2032000"/>
                  <a:gd name="connsiteY118" fmla="*/ 540873 h 3309468"/>
                  <a:gd name="connsiteX119" fmla="*/ 360048 w 2032000"/>
                  <a:gd name="connsiteY119" fmla="*/ 358043 h 3309468"/>
                  <a:gd name="connsiteX120" fmla="*/ 420948 w 2032000"/>
                  <a:gd name="connsiteY120" fmla="*/ 270437 h 3309468"/>
                  <a:gd name="connsiteX121" fmla="*/ 493265 w 2032000"/>
                  <a:gd name="connsiteY121" fmla="*/ 297100 h 3309468"/>
                  <a:gd name="connsiteX122" fmla="*/ 580808 w 2032000"/>
                  <a:gd name="connsiteY122" fmla="*/ 552300 h 3309468"/>
                  <a:gd name="connsiteX123" fmla="*/ 641707 w 2032000"/>
                  <a:gd name="connsiteY123" fmla="*/ 677996 h 3309468"/>
                  <a:gd name="connsiteX124" fmla="*/ 698801 w 2032000"/>
                  <a:gd name="connsiteY124" fmla="*/ 704659 h 3309468"/>
                  <a:gd name="connsiteX125" fmla="*/ 691188 w 2032000"/>
                  <a:gd name="connsiteY125" fmla="*/ 750367 h 3309468"/>
                  <a:gd name="connsiteX126" fmla="*/ 656932 w 2032000"/>
                  <a:gd name="connsiteY126" fmla="*/ 830355 h 3309468"/>
                  <a:gd name="connsiteX127" fmla="*/ 729250 w 2032000"/>
                  <a:gd name="connsiteY127" fmla="*/ 822737 h 3309468"/>
                  <a:gd name="connsiteX128" fmla="*/ 729250 w 2032000"/>
                  <a:gd name="connsiteY128" fmla="*/ 891298 h 3309468"/>
                  <a:gd name="connsiteX129" fmla="*/ 752087 w 2032000"/>
                  <a:gd name="connsiteY129" fmla="*/ 940815 h 3309468"/>
                  <a:gd name="connsiteX130" fmla="*/ 767312 w 2032000"/>
                  <a:gd name="connsiteY130" fmla="*/ 982713 h 3309468"/>
                  <a:gd name="connsiteX131" fmla="*/ 793956 w 2032000"/>
                  <a:gd name="connsiteY131" fmla="*/ 1074128 h 3309468"/>
                  <a:gd name="connsiteX132" fmla="*/ 767312 w 2032000"/>
                  <a:gd name="connsiteY132" fmla="*/ 1123645 h 3309468"/>
                  <a:gd name="connsiteX133" fmla="*/ 725444 w 2032000"/>
                  <a:gd name="connsiteY133" fmla="*/ 1176970 h 3309468"/>
                  <a:gd name="connsiteX134" fmla="*/ 740669 w 2032000"/>
                  <a:gd name="connsiteY134" fmla="*/ 1188397 h 3309468"/>
                  <a:gd name="connsiteX135" fmla="*/ 771118 w 2032000"/>
                  <a:gd name="connsiteY135" fmla="*/ 1165544 h 3309468"/>
                  <a:gd name="connsiteX136" fmla="*/ 820599 w 2032000"/>
                  <a:gd name="connsiteY136" fmla="*/ 1192206 h 3309468"/>
                  <a:gd name="connsiteX137" fmla="*/ 854855 w 2032000"/>
                  <a:gd name="connsiteY137" fmla="*/ 1123645 h 3309468"/>
                  <a:gd name="connsiteX138" fmla="*/ 843436 w 2032000"/>
                  <a:gd name="connsiteY138" fmla="*/ 1119836 h 3309468"/>
                  <a:gd name="connsiteX139" fmla="*/ 896723 w 2032000"/>
                  <a:gd name="connsiteY139" fmla="*/ 1085555 h 3309468"/>
                  <a:gd name="connsiteX140" fmla="*/ 930979 w 2032000"/>
                  <a:gd name="connsiteY140" fmla="*/ 1123645 h 3309468"/>
                  <a:gd name="connsiteX141" fmla="*/ 889111 w 2032000"/>
                  <a:gd name="connsiteY141" fmla="*/ 1218869 h 3309468"/>
                  <a:gd name="connsiteX142" fmla="*/ 946204 w 2032000"/>
                  <a:gd name="connsiteY142" fmla="*/ 1184588 h 3309468"/>
                  <a:gd name="connsiteX143" fmla="*/ 957623 w 2032000"/>
                  <a:gd name="connsiteY143" fmla="*/ 1196015 h 3309468"/>
                  <a:gd name="connsiteX144" fmla="*/ 877692 w 2032000"/>
                  <a:gd name="connsiteY144" fmla="*/ 1317902 h 3309468"/>
                  <a:gd name="connsiteX145" fmla="*/ 980460 w 2032000"/>
                  <a:gd name="connsiteY145" fmla="*/ 1291239 h 3309468"/>
                  <a:gd name="connsiteX146" fmla="*/ 942398 w 2032000"/>
                  <a:gd name="connsiteY146" fmla="*/ 1336947 h 3309468"/>
                  <a:gd name="connsiteX147" fmla="*/ 1029940 w 2032000"/>
                  <a:gd name="connsiteY147" fmla="*/ 1348374 h 3309468"/>
                  <a:gd name="connsiteX148" fmla="*/ 1022328 w 2032000"/>
                  <a:gd name="connsiteY148" fmla="*/ 1287430 h 3309468"/>
                  <a:gd name="connsiteX149" fmla="*/ 1121289 w 2032000"/>
                  <a:gd name="connsiteY149" fmla="*/ 1352183 h 3309468"/>
                  <a:gd name="connsiteX150" fmla="*/ 1098452 w 2032000"/>
                  <a:gd name="connsiteY150" fmla="*/ 1260768 h 3309468"/>
                  <a:gd name="connsiteX151" fmla="*/ 1227863 w 2032000"/>
                  <a:gd name="connsiteY151" fmla="*/ 1268386 h 3309468"/>
                  <a:gd name="connsiteX152" fmla="*/ 1231669 w 2032000"/>
                  <a:gd name="connsiteY152" fmla="*/ 1230296 h 3309468"/>
                  <a:gd name="connsiteX153" fmla="*/ 1174576 w 2032000"/>
                  <a:gd name="connsiteY153" fmla="*/ 1207442 h 3309468"/>
                  <a:gd name="connsiteX154" fmla="*/ 1166964 w 2032000"/>
                  <a:gd name="connsiteY154" fmla="*/ 1218869 h 3309468"/>
                  <a:gd name="connsiteX155" fmla="*/ 1163158 w 2032000"/>
                  <a:gd name="connsiteY155" fmla="*/ 1184588 h 3309468"/>
                  <a:gd name="connsiteX156" fmla="*/ 1121289 w 2032000"/>
                  <a:gd name="connsiteY156" fmla="*/ 1184588 h 3309468"/>
                  <a:gd name="connsiteX157" fmla="*/ 1071809 w 2032000"/>
                  <a:gd name="connsiteY157" fmla="*/ 1146499 h 3309468"/>
                  <a:gd name="connsiteX158" fmla="*/ 1079421 w 2032000"/>
                  <a:gd name="connsiteY158" fmla="*/ 1127454 h 3309468"/>
                  <a:gd name="connsiteX159" fmla="*/ 1052778 w 2032000"/>
                  <a:gd name="connsiteY159" fmla="*/ 1100791 h 3309468"/>
                  <a:gd name="connsiteX160" fmla="*/ 1090840 w 2032000"/>
                  <a:gd name="connsiteY160" fmla="*/ 1070319 h 3309468"/>
                  <a:gd name="connsiteX161" fmla="*/ 1121289 w 2032000"/>
                  <a:gd name="connsiteY161" fmla="*/ 1077937 h 3309468"/>
                  <a:gd name="connsiteX162" fmla="*/ 1170770 w 2032000"/>
                  <a:gd name="connsiteY162" fmla="*/ 1047466 h 3309468"/>
                  <a:gd name="connsiteX163" fmla="*/ 1281150 w 2032000"/>
                  <a:gd name="connsiteY163" fmla="*/ 1074128 h 3309468"/>
                  <a:gd name="connsiteX164" fmla="*/ 1265925 w 2032000"/>
                  <a:gd name="connsiteY164" fmla="*/ 1028421 h 3309468"/>
                  <a:gd name="connsiteX165" fmla="*/ 1269731 w 2032000"/>
                  <a:gd name="connsiteY165" fmla="*/ 1024612 h 3309468"/>
                  <a:gd name="connsiteX166" fmla="*/ 1372499 w 2032000"/>
                  <a:gd name="connsiteY166" fmla="*/ 1066510 h 3309468"/>
                  <a:gd name="connsiteX167" fmla="*/ 1406755 w 2032000"/>
                  <a:gd name="connsiteY167" fmla="*/ 1074128 h 3309468"/>
                  <a:gd name="connsiteX168" fmla="*/ 1585647 w 2032000"/>
                  <a:gd name="connsiteY168" fmla="*/ 959860 h 3309468"/>
                  <a:gd name="connsiteX169" fmla="*/ 1608484 w 2032000"/>
                  <a:gd name="connsiteY169" fmla="*/ 910343 h 3309468"/>
                  <a:gd name="connsiteX170" fmla="*/ 1600871 w 2032000"/>
                  <a:gd name="connsiteY170" fmla="*/ 906534 h 3309468"/>
                  <a:gd name="connsiteX171" fmla="*/ 1505716 w 2032000"/>
                  <a:gd name="connsiteY171" fmla="*/ 975095 h 3309468"/>
                  <a:gd name="connsiteX172" fmla="*/ 1395336 w 2032000"/>
                  <a:gd name="connsiteY172" fmla="*/ 1024612 h 3309468"/>
                  <a:gd name="connsiteX173" fmla="*/ 1380111 w 2032000"/>
                  <a:gd name="connsiteY173" fmla="*/ 1028421 h 3309468"/>
                  <a:gd name="connsiteX174" fmla="*/ 1372499 w 2032000"/>
                  <a:gd name="connsiteY174" fmla="*/ 997949 h 3309468"/>
                  <a:gd name="connsiteX175" fmla="*/ 1357274 w 2032000"/>
                  <a:gd name="connsiteY175" fmla="*/ 1005567 h 3309468"/>
                  <a:gd name="connsiteX176" fmla="*/ 1311600 w 2032000"/>
                  <a:gd name="connsiteY176" fmla="*/ 1009376 h 3309468"/>
                  <a:gd name="connsiteX177" fmla="*/ 1338243 w 2032000"/>
                  <a:gd name="connsiteY177" fmla="*/ 971286 h 3309468"/>
                  <a:gd name="connsiteX178" fmla="*/ 1383918 w 2032000"/>
                  <a:gd name="connsiteY178" fmla="*/ 933197 h 3309468"/>
                  <a:gd name="connsiteX179" fmla="*/ 1258313 w 2032000"/>
                  <a:gd name="connsiteY179" fmla="*/ 986522 h 3309468"/>
                  <a:gd name="connsiteX180" fmla="*/ 1239282 w 2032000"/>
                  <a:gd name="connsiteY180" fmla="*/ 978904 h 3309468"/>
                  <a:gd name="connsiteX181" fmla="*/ 1212638 w 2032000"/>
                  <a:gd name="connsiteY181" fmla="*/ 933197 h 3309468"/>
                  <a:gd name="connsiteX182" fmla="*/ 1262119 w 2032000"/>
                  <a:gd name="connsiteY182" fmla="*/ 895107 h 3309468"/>
                  <a:gd name="connsiteX183" fmla="*/ 1258313 w 2032000"/>
                  <a:gd name="connsiteY183" fmla="*/ 887489 h 3309468"/>
                  <a:gd name="connsiteX184" fmla="*/ 1216445 w 2032000"/>
                  <a:gd name="connsiteY184" fmla="*/ 914152 h 3309468"/>
                  <a:gd name="connsiteX185" fmla="*/ 1163158 w 2032000"/>
                  <a:gd name="connsiteY185" fmla="*/ 944624 h 3309468"/>
                  <a:gd name="connsiteX186" fmla="*/ 1136514 w 2032000"/>
                  <a:gd name="connsiteY186" fmla="*/ 933197 h 3309468"/>
                  <a:gd name="connsiteX187" fmla="*/ 1144127 w 2032000"/>
                  <a:gd name="connsiteY187" fmla="*/ 906534 h 3309468"/>
                  <a:gd name="connsiteX188" fmla="*/ 1163158 w 2032000"/>
                  <a:gd name="connsiteY188" fmla="*/ 887489 h 3309468"/>
                  <a:gd name="connsiteX189" fmla="*/ 1041359 w 2032000"/>
                  <a:gd name="connsiteY189" fmla="*/ 860826 h 3309468"/>
                  <a:gd name="connsiteX190" fmla="*/ 1022328 w 2032000"/>
                  <a:gd name="connsiteY190" fmla="*/ 837973 h 3309468"/>
                  <a:gd name="connsiteX191" fmla="*/ 1045165 w 2032000"/>
                  <a:gd name="connsiteY191" fmla="*/ 826546 h 3309468"/>
                  <a:gd name="connsiteX192" fmla="*/ 1132708 w 2032000"/>
                  <a:gd name="connsiteY192" fmla="*/ 815119 h 3309468"/>
                  <a:gd name="connsiteX193" fmla="*/ 1140320 w 2032000"/>
                  <a:gd name="connsiteY193" fmla="*/ 769411 h 3309468"/>
                  <a:gd name="connsiteX194" fmla="*/ 1178383 w 2032000"/>
                  <a:gd name="connsiteY194" fmla="*/ 777029 h 3309468"/>
                  <a:gd name="connsiteX195" fmla="*/ 1205026 w 2032000"/>
                  <a:gd name="connsiteY195" fmla="*/ 796074 h 3309468"/>
                  <a:gd name="connsiteX196" fmla="*/ 1334437 w 2032000"/>
                  <a:gd name="connsiteY196" fmla="*/ 857017 h 3309468"/>
                  <a:gd name="connsiteX197" fmla="*/ 1338243 w 2032000"/>
                  <a:gd name="connsiteY197" fmla="*/ 849399 h 3309468"/>
                  <a:gd name="connsiteX198" fmla="*/ 1292569 w 2032000"/>
                  <a:gd name="connsiteY198" fmla="*/ 807501 h 3309468"/>
                  <a:gd name="connsiteX199" fmla="*/ 1357274 w 2032000"/>
                  <a:gd name="connsiteY199" fmla="*/ 811310 h 3309468"/>
                  <a:gd name="connsiteX200" fmla="*/ 1574228 w 2032000"/>
                  <a:gd name="connsiteY200" fmla="*/ 845590 h 3309468"/>
                  <a:gd name="connsiteX201" fmla="*/ 1597065 w 2032000"/>
                  <a:gd name="connsiteY201" fmla="*/ 807501 h 3309468"/>
                  <a:gd name="connsiteX202" fmla="*/ 1578034 w 2032000"/>
                  <a:gd name="connsiteY202" fmla="*/ 769411 h 3309468"/>
                  <a:gd name="connsiteX203" fmla="*/ 1509522 w 2032000"/>
                  <a:gd name="connsiteY203" fmla="*/ 818928 h 3309468"/>
                  <a:gd name="connsiteX204" fmla="*/ 1498104 w 2032000"/>
                  <a:gd name="connsiteY204" fmla="*/ 780838 h 3309468"/>
                  <a:gd name="connsiteX205" fmla="*/ 1437205 w 2032000"/>
                  <a:gd name="connsiteY205" fmla="*/ 788456 h 3309468"/>
                  <a:gd name="connsiteX206" fmla="*/ 1433398 w 2032000"/>
                  <a:gd name="connsiteY206" fmla="*/ 777029 h 3309468"/>
                  <a:gd name="connsiteX207" fmla="*/ 1471460 w 2032000"/>
                  <a:gd name="connsiteY207" fmla="*/ 735131 h 3309468"/>
                  <a:gd name="connsiteX208" fmla="*/ 1429592 w 2032000"/>
                  <a:gd name="connsiteY208" fmla="*/ 742749 h 3309468"/>
                  <a:gd name="connsiteX209" fmla="*/ 1395336 w 2032000"/>
                  <a:gd name="connsiteY209" fmla="*/ 750367 h 3309468"/>
                  <a:gd name="connsiteX210" fmla="*/ 1315406 w 2032000"/>
                  <a:gd name="connsiteY210" fmla="*/ 735131 h 3309468"/>
                  <a:gd name="connsiteX211" fmla="*/ 1273538 w 2032000"/>
                  <a:gd name="connsiteY211" fmla="*/ 712277 h 3309468"/>
                  <a:gd name="connsiteX212" fmla="*/ 1300181 w 2032000"/>
                  <a:gd name="connsiteY212" fmla="*/ 689423 h 3309468"/>
                  <a:gd name="connsiteX213" fmla="*/ 1361080 w 2032000"/>
                  <a:gd name="connsiteY213" fmla="*/ 670378 h 3309468"/>
                  <a:gd name="connsiteX214" fmla="*/ 1269731 w 2032000"/>
                  <a:gd name="connsiteY214" fmla="*/ 598008 h 3309468"/>
                  <a:gd name="connsiteX215" fmla="*/ 1273538 w 2032000"/>
                  <a:gd name="connsiteY215" fmla="*/ 571345 h 3309468"/>
                  <a:gd name="connsiteX216" fmla="*/ 1311600 w 2032000"/>
                  <a:gd name="connsiteY216" fmla="*/ 556109 h 3309468"/>
                  <a:gd name="connsiteX217" fmla="*/ 1265925 w 2032000"/>
                  <a:gd name="connsiteY217" fmla="*/ 468503 h 3309468"/>
                  <a:gd name="connsiteX218" fmla="*/ 1376305 w 2032000"/>
                  <a:gd name="connsiteY218" fmla="*/ 529447 h 3309468"/>
                  <a:gd name="connsiteX219" fmla="*/ 1444817 w 2032000"/>
                  <a:gd name="connsiteY219" fmla="*/ 529447 h 3309468"/>
                  <a:gd name="connsiteX220" fmla="*/ 1471460 w 2032000"/>
                  <a:gd name="connsiteY220" fmla="*/ 521829 h 3309468"/>
                  <a:gd name="connsiteX221" fmla="*/ 1421980 w 2032000"/>
                  <a:gd name="connsiteY221" fmla="*/ 430413 h 3309468"/>
                  <a:gd name="connsiteX222" fmla="*/ 1498104 w 2032000"/>
                  <a:gd name="connsiteY222" fmla="*/ 464694 h 3309468"/>
                  <a:gd name="connsiteX223" fmla="*/ 1494298 w 2032000"/>
                  <a:gd name="connsiteY223" fmla="*/ 403751 h 3309468"/>
                  <a:gd name="connsiteX224" fmla="*/ 1490491 w 2032000"/>
                  <a:gd name="connsiteY224" fmla="*/ 415178 h 3309468"/>
                  <a:gd name="connsiteX225" fmla="*/ 1433398 w 2032000"/>
                  <a:gd name="connsiteY225" fmla="*/ 403751 h 3309468"/>
                  <a:gd name="connsiteX226" fmla="*/ 1460042 w 2032000"/>
                  <a:gd name="connsiteY226" fmla="*/ 354234 h 3309468"/>
                  <a:gd name="connsiteX227" fmla="*/ 1402949 w 2032000"/>
                  <a:gd name="connsiteY227" fmla="*/ 274246 h 3309468"/>
                  <a:gd name="connsiteX228" fmla="*/ 1402949 w 2032000"/>
                  <a:gd name="connsiteY228" fmla="*/ 236156 h 3309468"/>
                  <a:gd name="connsiteX229" fmla="*/ 1433398 w 2032000"/>
                  <a:gd name="connsiteY229" fmla="*/ 243774 h 3309468"/>
                  <a:gd name="connsiteX230" fmla="*/ 1479073 w 2032000"/>
                  <a:gd name="connsiteY230" fmla="*/ 266628 h 3309468"/>
                  <a:gd name="connsiteX231" fmla="*/ 1509522 w 2032000"/>
                  <a:gd name="connsiteY231" fmla="*/ 224729 h 3309468"/>
                  <a:gd name="connsiteX232" fmla="*/ 1536166 w 2032000"/>
                  <a:gd name="connsiteY232" fmla="*/ 262819 h 3309468"/>
                  <a:gd name="connsiteX233" fmla="*/ 1539972 w 2032000"/>
                  <a:gd name="connsiteY233" fmla="*/ 285673 h 3309468"/>
                  <a:gd name="connsiteX234" fmla="*/ 1566616 w 2032000"/>
                  <a:gd name="connsiteY234" fmla="*/ 369470 h 3309468"/>
                  <a:gd name="connsiteX235" fmla="*/ 1581840 w 2032000"/>
                  <a:gd name="connsiteY235" fmla="*/ 350425 h 3309468"/>
                  <a:gd name="connsiteX236" fmla="*/ 1536166 w 2032000"/>
                  <a:gd name="connsiteY236" fmla="*/ 201876 h 3309468"/>
                  <a:gd name="connsiteX237" fmla="*/ 1501910 w 2032000"/>
                  <a:gd name="connsiteY237" fmla="*/ 106651 h 3309468"/>
                  <a:gd name="connsiteX238" fmla="*/ 1585647 w 2032000"/>
                  <a:gd name="connsiteY238" fmla="*/ 186640 h 3309468"/>
                  <a:gd name="connsiteX239" fmla="*/ 1593259 w 2032000"/>
                  <a:gd name="connsiteY239" fmla="*/ 182831 h 3309468"/>
                  <a:gd name="connsiteX240" fmla="*/ 1593259 w 2032000"/>
                  <a:gd name="connsiteY240" fmla="*/ 0 h 3309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</a:cxnLst>
                <a:rect l="l" t="t" r="r" b="b"/>
                <a:pathLst>
                  <a:path w="2032000" h="3309468">
                    <a:moveTo>
                      <a:pt x="1593259" y="0"/>
                    </a:moveTo>
                    <a:cubicBezTo>
                      <a:pt x="1669383" y="38090"/>
                      <a:pt x="1623709" y="106651"/>
                      <a:pt x="1650352" y="159977"/>
                    </a:cubicBezTo>
                    <a:cubicBezTo>
                      <a:pt x="1673189" y="125696"/>
                      <a:pt x="1688414" y="87607"/>
                      <a:pt x="1741701" y="99034"/>
                    </a:cubicBezTo>
                    <a:cubicBezTo>
                      <a:pt x="1711251" y="179022"/>
                      <a:pt x="1612290" y="228538"/>
                      <a:pt x="1646546" y="335189"/>
                    </a:cubicBezTo>
                    <a:cubicBezTo>
                      <a:pt x="1673189" y="297100"/>
                      <a:pt x="1696027" y="255201"/>
                      <a:pt x="1722670" y="217111"/>
                    </a:cubicBezTo>
                    <a:cubicBezTo>
                      <a:pt x="1726476" y="217111"/>
                      <a:pt x="1730282" y="220920"/>
                      <a:pt x="1730282" y="220920"/>
                    </a:cubicBezTo>
                    <a:cubicBezTo>
                      <a:pt x="1734089" y="232347"/>
                      <a:pt x="1734089" y="243774"/>
                      <a:pt x="1737895" y="251392"/>
                    </a:cubicBezTo>
                    <a:cubicBezTo>
                      <a:pt x="1772151" y="236156"/>
                      <a:pt x="1810213" y="220920"/>
                      <a:pt x="1844469" y="205685"/>
                    </a:cubicBezTo>
                    <a:cubicBezTo>
                      <a:pt x="1844469" y="209493"/>
                      <a:pt x="1848275" y="217111"/>
                      <a:pt x="1852081" y="220920"/>
                    </a:cubicBezTo>
                    <a:cubicBezTo>
                      <a:pt x="1829244" y="239965"/>
                      <a:pt x="1806407" y="259010"/>
                      <a:pt x="1787375" y="278055"/>
                    </a:cubicBezTo>
                    <a:cubicBezTo>
                      <a:pt x="1810213" y="289482"/>
                      <a:pt x="1833050" y="304718"/>
                      <a:pt x="1863500" y="319953"/>
                    </a:cubicBezTo>
                    <a:cubicBezTo>
                      <a:pt x="1814019" y="350425"/>
                      <a:pt x="1760732" y="319953"/>
                      <a:pt x="1715058" y="335189"/>
                    </a:cubicBezTo>
                    <a:cubicBezTo>
                      <a:pt x="1756926" y="350425"/>
                      <a:pt x="1794988" y="369470"/>
                      <a:pt x="1817825" y="415178"/>
                    </a:cubicBezTo>
                    <a:cubicBezTo>
                      <a:pt x="1806407" y="418987"/>
                      <a:pt x="1802600" y="422795"/>
                      <a:pt x="1794988" y="422795"/>
                    </a:cubicBezTo>
                    <a:cubicBezTo>
                      <a:pt x="1768344" y="415178"/>
                      <a:pt x="1741701" y="422795"/>
                      <a:pt x="1722670" y="445649"/>
                    </a:cubicBezTo>
                    <a:cubicBezTo>
                      <a:pt x="1722670" y="445649"/>
                      <a:pt x="1703639" y="438031"/>
                      <a:pt x="1699833" y="434222"/>
                    </a:cubicBezTo>
                    <a:cubicBezTo>
                      <a:pt x="1696027" y="426604"/>
                      <a:pt x="1699833" y="415178"/>
                      <a:pt x="1699833" y="407560"/>
                    </a:cubicBezTo>
                    <a:cubicBezTo>
                      <a:pt x="1650352" y="415178"/>
                      <a:pt x="1635127" y="438031"/>
                      <a:pt x="1642740" y="483739"/>
                    </a:cubicBezTo>
                    <a:cubicBezTo>
                      <a:pt x="1650352" y="518020"/>
                      <a:pt x="1650352" y="552300"/>
                      <a:pt x="1654158" y="586581"/>
                    </a:cubicBezTo>
                    <a:cubicBezTo>
                      <a:pt x="1657964" y="598008"/>
                      <a:pt x="1657964" y="609435"/>
                      <a:pt x="1661771" y="628480"/>
                    </a:cubicBezTo>
                    <a:cubicBezTo>
                      <a:pt x="1715058" y="598008"/>
                      <a:pt x="1764538" y="563727"/>
                      <a:pt x="1787375" y="506593"/>
                    </a:cubicBezTo>
                    <a:cubicBezTo>
                      <a:pt x="1802600" y="476121"/>
                      <a:pt x="1817825" y="449458"/>
                      <a:pt x="1836856" y="415178"/>
                    </a:cubicBezTo>
                    <a:cubicBezTo>
                      <a:pt x="1855887" y="434222"/>
                      <a:pt x="1863500" y="441840"/>
                      <a:pt x="1878724" y="453267"/>
                    </a:cubicBezTo>
                    <a:cubicBezTo>
                      <a:pt x="1897755" y="438031"/>
                      <a:pt x="1912980" y="418987"/>
                      <a:pt x="1935818" y="403751"/>
                    </a:cubicBezTo>
                    <a:cubicBezTo>
                      <a:pt x="1939624" y="399942"/>
                      <a:pt x="1951043" y="399942"/>
                      <a:pt x="1962461" y="396133"/>
                    </a:cubicBezTo>
                    <a:cubicBezTo>
                      <a:pt x="1962461" y="407560"/>
                      <a:pt x="1962461" y="418987"/>
                      <a:pt x="1958655" y="426604"/>
                    </a:cubicBezTo>
                    <a:cubicBezTo>
                      <a:pt x="1951043" y="445649"/>
                      <a:pt x="1935818" y="460885"/>
                      <a:pt x="1924399" y="479930"/>
                    </a:cubicBezTo>
                    <a:cubicBezTo>
                      <a:pt x="1954849" y="483739"/>
                      <a:pt x="1977686" y="487548"/>
                      <a:pt x="2004329" y="491357"/>
                    </a:cubicBezTo>
                    <a:cubicBezTo>
                      <a:pt x="1973880" y="521829"/>
                      <a:pt x="1951043" y="544682"/>
                      <a:pt x="1924399" y="567536"/>
                    </a:cubicBezTo>
                    <a:cubicBezTo>
                      <a:pt x="1924399" y="571345"/>
                      <a:pt x="1928205" y="575154"/>
                      <a:pt x="1928205" y="578963"/>
                    </a:cubicBezTo>
                    <a:cubicBezTo>
                      <a:pt x="1947236" y="586581"/>
                      <a:pt x="1970073" y="590390"/>
                      <a:pt x="1985298" y="594199"/>
                    </a:cubicBezTo>
                    <a:cubicBezTo>
                      <a:pt x="1992911" y="598008"/>
                      <a:pt x="2000523" y="609435"/>
                      <a:pt x="2000523" y="617053"/>
                    </a:cubicBezTo>
                    <a:cubicBezTo>
                      <a:pt x="2004329" y="620862"/>
                      <a:pt x="1992911" y="628480"/>
                      <a:pt x="1985298" y="632288"/>
                    </a:cubicBezTo>
                    <a:cubicBezTo>
                      <a:pt x="1962461" y="647524"/>
                      <a:pt x="1939624" y="662760"/>
                      <a:pt x="1916786" y="677996"/>
                    </a:cubicBezTo>
                    <a:cubicBezTo>
                      <a:pt x="1863500" y="655142"/>
                      <a:pt x="1859693" y="658951"/>
                      <a:pt x="1859693" y="704659"/>
                    </a:cubicBezTo>
                    <a:cubicBezTo>
                      <a:pt x="1890143" y="712277"/>
                      <a:pt x="1924399" y="719895"/>
                      <a:pt x="1958655" y="723704"/>
                    </a:cubicBezTo>
                    <a:cubicBezTo>
                      <a:pt x="1958655" y="727513"/>
                      <a:pt x="1958655" y="735131"/>
                      <a:pt x="1958655" y="738940"/>
                    </a:cubicBezTo>
                    <a:cubicBezTo>
                      <a:pt x="1939624" y="750367"/>
                      <a:pt x="1916786" y="761793"/>
                      <a:pt x="1893949" y="773220"/>
                    </a:cubicBezTo>
                    <a:cubicBezTo>
                      <a:pt x="1893949" y="777029"/>
                      <a:pt x="1897755" y="784647"/>
                      <a:pt x="1897755" y="796074"/>
                    </a:cubicBezTo>
                    <a:cubicBezTo>
                      <a:pt x="1882531" y="803692"/>
                      <a:pt x="1867306" y="811310"/>
                      <a:pt x="1855887" y="818928"/>
                    </a:cubicBezTo>
                    <a:cubicBezTo>
                      <a:pt x="1855887" y="822737"/>
                      <a:pt x="1859693" y="826546"/>
                      <a:pt x="1859693" y="830355"/>
                    </a:cubicBezTo>
                    <a:cubicBezTo>
                      <a:pt x="1878724" y="822737"/>
                      <a:pt x="1897755" y="811310"/>
                      <a:pt x="1916786" y="807501"/>
                    </a:cubicBezTo>
                    <a:cubicBezTo>
                      <a:pt x="1935818" y="803692"/>
                      <a:pt x="1958655" y="807501"/>
                      <a:pt x="1977686" y="807501"/>
                    </a:cubicBezTo>
                    <a:cubicBezTo>
                      <a:pt x="1973880" y="818928"/>
                      <a:pt x="1973880" y="830355"/>
                      <a:pt x="1970073" y="849399"/>
                    </a:cubicBezTo>
                    <a:lnTo>
                      <a:pt x="2032000" y="869615"/>
                    </a:lnTo>
                    <a:lnTo>
                      <a:pt x="2032000" y="969048"/>
                    </a:lnTo>
                    <a:lnTo>
                      <a:pt x="2024015" y="969085"/>
                    </a:lnTo>
                    <a:cubicBezTo>
                      <a:pt x="2011466" y="967002"/>
                      <a:pt x="1999572" y="962717"/>
                      <a:pt x="1989104" y="956051"/>
                    </a:cubicBezTo>
                    <a:cubicBezTo>
                      <a:pt x="1985298" y="967478"/>
                      <a:pt x="1973880" y="975095"/>
                      <a:pt x="1973880" y="986522"/>
                    </a:cubicBezTo>
                    <a:cubicBezTo>
                      <a:pt x="1966267" y="1016994"/>
                      <a:pt x="1951043" y="1020803"/>
                      <a:pt x="1935818" y="1001758"/>
                    </a:cubicBezTo>
                    <a:cubicBezTo>
                      <a:pt x="1912980" y="982713"/>
                      <a:pt x="1890143" y="959860"/>
                      <a:pt x="1871112" y="937006"/>
                    </a:cubicBezTo>
                    <a:cubicBezTo>
                      <a:pt x="1863500" y="940815"/>
                      <a:pt x="1852081" y="948433"/>
                      <a:pt x="1844469" y="952242"/>
                    </a:cubicBezTo>
                    <a:cubicBezTo>
                      <a:pt x="1848275" y="967478"/>
                      <a:pt x="1852081" y="978904"/>
                      <a:pt x="1855887" y="994140"/>
                    </a:cubicBezTo>
                    <a:cubicBezTo>
                      <a:pt x="1810213" y="1001758"/>
                      <a:pt x="1798794" y="994140"/>
                      <a:pt x="1764538" y="937006"/>
                    </a:cubicBezTo>
                    <a:cubicBezTo>
                      <a:pt x="1764538" y="944624"/>
                      <a:pt x="1764538" y="952242"/>
                      <a:pt x="1760732" y="959860"/>
                    </a:cubicBezTo>
                    <a:cubicBezTo>
                      <a:pt x="1753120" y="967478"/>
                      <a:pt x="1745507" y="978904"/>
                      <a:pt x="1737895" y="990331"/>
                    </a:cubicBezTo>
                    <a:cubicBezTo>
                      <a:pt x="1726476" y="982713"/>
                      <a:pt x="1715058" y="975095"/>
                      <a:pt x="1707445" y="967478"/>
                    </a:cubicBezTo>
                    <a:cubicBezTo>
                      <a:pt x="1699833" y="944624"/>
                      <a:pt x="1692220" y="921770"/>
                      <a:pt x="1684608" y="898916"/>
                    </a:cubicBezTo>
                    <a:cubicBezTo>
                      <a:pt x="1680802" y="891298"/>
                      <a:pt x="1680802" y="883680"/>
                      <a:pt x="1680802" y="876062"/>
                    </a:cubicBezTo>
                    <a:cubicBezTo>
                      <a:pt x="1676996" y="876062"/>
                      <a:pt x="1669383" y="876062"/>
                      <a:pt x="1665577" y="879871"/>
                    </a:cubicBezTo>
                    <a:cubicBezTo>
                      <a:pt x="1673189" y="910343"/>
                      <a:pt x="1680802" y="940815"/>
                      <a:pt x="1692220" y="967478"/>
                    </a:cubicBezTo>
                    <a:cubicBezTo>
                      <a:pt x="1718864" y="1032230"/>
                      <a:pt x="1783569" y="997949"/>
                      <a:pt x="1833050" y="1020803"/>
                    </a:cubicBezTo>
                    <a:cubicBezTo>
                      <a:pt x="1821631" y="1036039"/>
                      <a:pt x="1814019" y="1047466"/>
                      <a:pt x="1806407" y="1062701"/>
                    </a:cubicBezTo>
                    <a:cubicBezTo>
                      <a:pt x="1836856" y="1081746"/>
                      <a:pt x="1871112" y="1093173"/>
                      <a:pt x="1905368" y="1074128"/>
                    </a:cubicBezTo>
                    <a:cubicBezTo>
                      <a:pt x="1935818" y="1058893"/>
                      <a:pt x="1966267" y="1039848"/>
                      <a:pt x="2000523" y="1020803"/>
                    </a:cubicBezTo>
                    <a:cubicBezTo>
                      <a:pt x="2000523" y="1036039"/>
                      <a:pt x="2004329" y="1047466"/>
                      <a:pt x="2004329" y="1055084"/>
                    </a:cubicBezTo>
                    <a:lnTo>
                      <a:pt x="2032000" y="1050824"/>
                    </a:lnTo>
                    <a:lnTo>
                      <a:pt x="2032000" y="1222712"/>
                    </a:lnTo>
                    <a:lnTo>
                      <a:pt x="2023360" y="1218869"/>
                    </a:lnTo>
                    <a:cubicBezTo>
                      <a:pt x="2019554" y="1230296"/>
                      <a:pt x="2015748" y="1245532"/>
                      <a:pt x="2015748" y="1256959"/>
                    </a:cubicBezTo>
                    <a:cubicBezTo>
                      <a:pt x="2015748" y="1287430"/>
                      <a:pt x="2004329" y="1295048"/>
                      <a:pt x="1977686" y="1279812"/>
                    </a:cubicBezTo>
                    <a:cubicBezTo>
                      <a:pt x="1958655" y="1272195"/>
                      <a:pt x="1943430" y="1256959"/>
                      <a:pt x="1928205" y="1245532"/>
                    </a:cubicBezTo>
                    <a:cubicBezTo>
                      <a:pt x="1924399" y="1253150"/>
                      <a:pt x="1920593" y="1272195"/>
                      <a:pt x="1916786" y="1268386"/>
                    </a:cubicBezTo>
                    <a:cubicBezTo>
                      <a:pt x="1905368" y="1268386"/>
                      <a:pt x="1893949" y="1264577"/>
                      <a:pt x="1882531" y="1256959"/>
                    </a:cubicBezTo>
                    <a:cubicBezTo>
                      <a:pt x="1863500" y="1249341"/>
                      <a:pt x="1848275" y="1241723"/>
                      <a:pt x="1833050" y="1230296"/>
                    </a:cubicBezTo>
                    <a:cubicBezTo>
                      <a:pt x="1829244" y="1234105"/>
                      <a:pt x="1825438" y="1237914"/>
                      <a:pt x="1821631" y="1241723"/>
                    </a:cubicBezTo>
                    <a:cubicBezTo>
                      <a:pt x="1833050" y="1253150"/>
                      <a:pt x="1836856" y="1272195"/>
                      <a:pt x="1848275" y="1276003"/>
                    </a:cubicBezTo>
                    <a:cubicBezTo>
                      <a:pt x="1893949" y="1298857"/>
                      <a:pt x="1939624" y="1321711"/>
                      <a:pt x="1985298" y="1344565"/>
                    </a:cubicBezTo>
                    <a:cubicBezTo>
                      <a:pt x="1995765" y="1349326"/>
                      <a:pt x="2005697" y="1352421"/>
                      <a:pt x="2015183" y="1354140"/>
                    </a:cubicBezTo>
                    <a:lnTo>
                      <a:pt x="2032000" y="1354953"/>
                    </a:lnTo>
                    <a:lnTo>
                      <a:pt x="2032000" y="1519331"/>
                    </a:lnTo>
                    <a:lnTo>
                      <a:pt x="2022268" y="1531108"/>
                    </a:lnTo>
                    <a:cubicBezTo>
                      <a:pt x="1993803" y="1555844"/>
                      <a:pt x="1970074" y="1511683"/>
                      <a:pt x="1943430" y="1508350"/>
                    </a:cubicBezTo>
                    <a:cubicBezTo>
                      <a:pt x="1939624" y="1523586"/>
                      <a:pt x="1939624" y="1535013"/>
                      <a:pt x="1935818" y="1550249"/>
                    </a:cubicBezTo>
                    <a:cubicBezTo>
                      <a:pt x="1890143" y="1527395"/>
                      <a:pt x="1848275" y="1512159"/>
                      <a:pt x="1798794" y="1519777"/>
                    </a:cubicBezTo>
                    <a:cubicBezTo>
                      <a:pt x="1855887" y="1565485"/>
                      <a:pt x="1916786" y="1592148"/>
                      <a:pt x="1981492" y="1615001"/>
                    </a:cubicBezTo>
                    <a:lnTo>
                      <a:pt x="2032000" y="1625849"/>
                    </a:lnTo>
                    <a:lnTo>
                      <a:pt x="2032000" y="1885936"/>
                    </a:lnTo>
                    <a:lnTo>
                      <a:pt x="2026215" y="1885438"/>
                    </a:lnTo>
                    <a:cubicBezTo>
                      <a:pt x="2001475" y="1882582"/>
                      <a:pt x="1977686" y="1875916"/>
                      <a:pt x="1958655" y="1851157"/>
                    </a:cubicBezTo>
                    <a:cubicBezTo>
                      <a:pt x="1966268" y="1898769"/>
                      <a:pt x="1988153" y="1923527"/>
                      <a:pt x="2016700" y="1938287"/>
                    </a:cubicBezTo>
                    <a:lnTo>
                      <a:pt x="2032000" y="1943592"/>
                    </a:lnTo>
                    <a:lnTo>
                      <a:pt x="2032000" y="3309468"/>
                    </a:lnTo>
                    <a:lnTo>
                      <a:pt x="0" y="3309468"/>
                    </a:lnTo>
                    <a:lnTo>
                      <a:pt x="0" y="1419344"/>
                    </a:lnTo>
                    <a:lnTo>
                      <a:pt x="15111" y="1422173"/>
                    </a:lnTo>
                    <a:cubicBezTo>
                      <a:pt x="29860" y="1419792"/>
                      <a:pt x="42230" y="1405509"/>
                      <a:pt x="66970" y="1375037"/>
                    </a:cubicBezTo>
                    <a:cubicBezTo>
                      <a:pt x="66970" y="1375037"/>
                      <a:pt x="66970" y="1375037"/>
                      <a:pt x="15587" y="1375037"/>
                    </a:cubicBezTo>
                    <a:lnTo>
                      <a:pt x="0" y="1375037"/>
                    </a:lnTo>
                    <a:lnTo>
                      <a:pt x="0" y="1298024"/>
                    </a:lnTo>
                    <a:lnTo>
                      <a:pt x="47939" y="1302666"/>
                    </a:lnTo>
                    <a:cubicBezTo>
                      <a:pt x="47939" y="1295048"/>
                      <a:pt x="47939" y="1291239"/>
                      <a:pt x="47939" y="1287430"/>
                    </a:cubicBezTo>
                    <a:cubicBezTo>
                      <a:pt x="35093" y="1286002"/>
                      <a:pt x="24032" y="1283026"/>
                      <a:pt x="14412" y="1278793"/>
                    </a:cubicBezTo>
                    <a:lnTo>
                      <a:pt x="0" y="1269418"/>
                    </a:lnTo>
                    <a:lnTo>
                      <a:pt x="0" y="1043983"/>
                    </a:lnTo>
                    <a:lnTo>
                      <a:pt x="29385" y="1052704"/>
                    </a:lnTo>
                    <a:cubicBezTo>
                      <a:pt x="50794" y="1058893"/>
                      <a:pt x="70777" y="1064606"/>
                      <a:pt x="89808" y="1070319"/>
                    </a:cubicBezTo>
                    <a:cubicBezTo>
                      <a:pt x="97420" y="1070319"/>
                      <a:pt x="101226" y="1066510"/>
                      <a:pt x="105032" y="1062701"/>
                    </a:cubicBezTo>
                    <a:cubicBezTo>
                      <a:pt x="82195" y="1024612"/>
                      <a:pt x="59358" y="986522"/>
                      <a:pt x="44133" y="963669"/>
                    </a:cubicBezTo>
                    <a:cubicBezTo>
                      <a:pt x="47939" y="902725"/>
                      <a:pt x="51746" y="853208"/>
                      <a:pt x="55552" y="799883"/>
                    </a:cubicBezTo>
                    <a:cubicBezTo>
                      <a:pt x="59358" y="799883"/>
                      <a:pt x="66970" y="799883"/>
                      <a:pt x="70777" y="799883"/>
                    </a:cubicBezTo>
                    <a:cubicBezTo>
                      <a:pt x="86001" y="834164"/>
                      <a:pt x="101226" y="868444"/>
                      <a:pt x="116451" y="906534"/>
                    </a:cubicBezTo>
                    <a:cubicBezTo>
                      <a:pt x="135482" y="879871"/>
                      <a:pt x="150707" y="860826"/>
                      <a:pt x="154513" y="853208"/>
                    </a:cubicBezTo>
                    <a:cubicBezTo>
                      <a:pt x="162126" y="777029"/>
                      <a:pt x="165932" y="708468"/>
                      <a:pt x="173544" y="643715"/>
                    </a:cubicBezTo>
                    <a:cubicBezTo>
                      <a:pt x="173544" y="643715"/>
                      <a:pt x="173544" y="643715"/>
                      <a:pt x="192575" y="639906"/>
                    </a:cubicBezTo>
                    <a:cubicBezTo>
                      <a:pt x="200187" y="666569"/>
                      <a:pt x="207800" y="693232"/>
                      <a:pt x="219219" y="723704"/>
                    </a:cubicBezTo>
                    <a:cubicBezTo>
                      <a:pt x="234443" y="723704"/>
                      <a:pt x="253475" y="719895"/>
                      <a:pt x="276312" y="719895"/>
                    </a:cubicBezTo>
                    <a:cubicBezTo>
                      <a:pt x="245862" y="677996"/>
                      <a:pt x="203994" y="643715"/>
                      <a:pt x="234443" y="582772"/>
                    </a:cubicBezTo>
                    <a:cubicBezTo>
                      <a:pt x="226831" y="571345"/>
                      <a:pt x="211606" y="556109"/>
                      <a:pt x="196381" y="540873"/>
                    </a:cubicBezTo>
                    <a:cubicBezTo>
                      <a:pt x="272505" y="495166"/>
                      <a:pt x="318180" y="430413"/>
                      <a:pt x="360048" y="358043"/>
                    </a:cubicBezTo>
                    <a:cubicBezTo>
                      <a:pt x="379079" y="327571"/>
                      <a:pt x="398110" y="297100"/>
                      <a:pt x="420948" y="270437"/>
                    </a:cubicBezTo>
                    <a:cubicBezTo>
                      <a:pt x="455203" y="239965"/>
                      <a:pt x="481847" y="251392"/>
                      <a:pt x="493265" y="297100"/>
                    </a:cubicBezTo>
                    <a:cubicBezTo>
                      <a:pt x="519909" y="384706"/>
                      <a:pt x="535134" y="479930"/>
                      <a:pt x="580808" y="552300"/>
                    </a:cubicBezTo>
                    <a:cubicBezTo>
                      <a:pt x="611258" y="598008"/>
                      <a:pt x="630289" y="639906"/>
                      <a:pt x="641707" y="677996"/>
                    </a:cubicBezTo>
                    <a:cubicBezTo>
                      <a:pt x="664545" y="689423"/>
                      <a:pt x="687382" y="693232"/>
                      <a:pt x="698801" y="704659"/>
                    </a:cubicBezTo>
                    <a:cubicBezTo>
                      <a:pt x="702607" y="712277"/>
                      <a:pt x="694994" y="735131"/>
                      <a:pt x="691188" y="750367"/>
                    </a:cubicBezTo>
                    <a:cubicBezTo>
                      <a:pt x="683576" y="773220"/>
                      <a:pt x="672157" y="799883"/>
                      <a:pt x="656932" y="830355"/>
                    </a:cubicBezTo>
                    <a:cubicBezTo>
                      <a:pt x="687382" y="826546"/>
                      <a:pt x="706413" y="826546"/>
                      <a:pt x="729250" y="822737"/>
                    </a:cubicBezTo>
                    <a:cubicBezTo>
                      <a:pt x="729250" y="849399"/>
                      <a:pt x="729250" y="868444"/>
                      <a:pt x="729250" y="891298"/>
                    </a:cubicBezTo>
                    <a:cubicBezTo>
                      <a:pt x="725444" y="910343"/>
                      <a:pt x="714025" y="937006"/>
                      <a:pt x="752087" y="940815"/>
                    </a:cubicBezTo>
                    <a:cubicBezTo>
                      <a:pt x="759700" y="940815"/>
                      <a:pt x="763506" y="967478"/>
                      <a:pt x="767312" y="982713"/>
                    </a:cubicBezTo>
                    <a:cubicBezTo>
                      <a:pt x="767312" y="1013185"/>
                      <a:pt x="740669" y="1055084"/>
                      <a:pt x="793956" y="1074128"/>
                    </a:cubicBezTo>
                    <a:cubicBezTo>
                      <a:pt x="786343" y="1089364"/>
                      <a:pt x="778731" y="1108409"/>
                      <a:pt x="767312" y="1123645"/>
                    </a:cubicBezTo>
                    <a:cubicBezTo>
                      <a:pt x="755894" y="1142690"/>
                      <a:pt x="740669" y="1161735"/>
                      <a:pt x="725444" y="1176970"/>
                    </a:cubicBezTo>
                    <a:cubicBezTo>
                      <a:pt x="733056" y="1180779"/>
                      <a:pt x="736863" y="1184588"/>
                      <a:pt x="740669" y="1188397"/>
                    </a:cubicBezTo>
                    <a:cubicBezTo>
                      <a:pt x="752087" y="1180779"/>
                      <a:pt x="763506" y="1169352"/>
                      <a:pt x="771118" y="1165544"/>
                    </a:cubicBezTo>
                    <a:cubicBezTo>
                      <a:pt x="790149" y="1173161"/>
                      <a:pt x="805374" y="1184588"/>
                      <a:pt x="820599" y="1192206"/>
                    </a:cubicBezTo>
                    <a:cubicBezTo>
                      <a:pt x="832018" y="1169352"/>
                      <a:pt x="843436" y="1146499"/>
                      <a:pt x="854855" y="1123645"/>
                    </a:cubicBezTo>
                    <a:cubicBezTo>
                      <a:pt x="851049" y="1123645"/>
                      <a:pt x="847243" y="1119836"/>
                      <a:pt x="843436" y="1119836"/>
                    </a:cubicBezTo>
                    <a:cubicBezTo>
                      <a:pt x="862467" y="1108409"/>
                      <a:pt x="877692" y="1096982"/>
                      <a:pt x="896723" y="1085555"/>
                    </a:cubicBezTo>
                    <a:cubicBezTo>
                      <a:pt x="904336" y="1093173"/>
                      <a:pt x="919561" y="1108409"/>
                      <a:pt x="930979" y="1123645"/>
                    </a:cubicBezTo>
                    <a:cubicBezTo>
                      <a:pt x="919561" y="1150308"/>
                      <a:pt x="908142" y="1173161"/>
                      <a:pt x="889111" y="1218869"/>
                    </a:cubicBezTo>
                    <a:cubicBezTo>
                      <a:pt x="919561" y="1199824"/>
                      <a:pt x="934785" y="1192206"/>
                      <a:pt x="946204" y="1184588"/>
                    </a:cubicBezTo>
                    <a:cubicBezTo>
                      <a:pt x="950010" y="1188397"/>
                      <a:pt x="953816" y="1192206"/>
                      <a:pt x="957623" y="1196015"/>
                    </a:cubicBezTo>
                    <a:cubicBezTo>
                      <a:pt x="930979" y="1234105"/>
                      <a:pt x="908142" y="1276003"/>
                      <a:pt x="877692" y="1317902"/>
                    </a:cubicBezTo>
                    <a:cubicBezTo>
                      <a:pt x="904336" y="1314093"/>
                      <a:pt x="930979" y="1306475"/>
                      <a:pt x="980460" y="1291239"/>
                    </a:cubicBezTo>
                    <a:cubicBezTo>
                      <a:pt x="965235" y="1310284"/>
                      <a:pt x="953816" y="1325520"/>
                      <a:pt x="942398" y="1336947"/>
                    </a:cubicBezTo>
                    <a:cubicBezTo>
                      <a:pt x="969041" y="1340756"/>
                      <a:pt x="999491" y="1344565"/>
                      <a:pt x="1029940" y="1348374"/>
                    </a:cubicBezTo>
                    <a:cubicBezTo>
                      <a:pt x="1026134" y="1329329"/>
                      <a:pt x="1026134" y="1314093"/>
                      <a:pt x="1022328" y="1287430"/>
                    </a:cubicBezTo>
                    <a:cubicBezTo>
                      <a:pt x="1060390" y="1314093"/>
                      <a:pt x="1090840" y="1333138"/>
                      <a:pt x="1121289" y="1352183"/>
                    </a:cubicBezTo>
                    <a:cubicBezTo>
                      <a:pt x="1151739" y="1310284"/>
                      <a:pt x="1117483" y="1287430"/>
                      <a:pt x="1098452" y="1260768"/>
                    </a:cubicBezTo>
                    <a:cubicBezTo>
                      <a:pt x="1144127" y="1249341"/>
                      <a:pt x="1185995" y="1230296"/>
                      <a:pt x="1227863" y="1268386"/>
                    </a:cubicBezTo>
                    <a:cubicBezTo>
                      <a:pt x="1231669" y="1253150"/>
                      <a:pt x="1239282" y="1234105"/>
                      <a:pt x="1231669" y="1230296"/>
                    </a:cubicBezTo>
                    <a:cubicBezTo>
                      <a:pt x="1216445" y="1218869"/>
                      <a:pt x="1193607" y="1215060"/>
                      <a:pt x="1174576" y="1207442"/>
                    </a:cubicBezTo>
                    <a:cubicBezTo>
                      <a:pt x="1170770" y="1211251"/>
                      <a:pt x="1170770" y="1215060"/>
                      <a:pt x="1166964" y="1218869"/>
                    </a:cubicBezTo>
                    <a:cubicBezTo>
                      <a:pt x="1166964" y="1207442"/>
                      <a:pt x="1163158" y="1196015"/>
                      <a:pt x="1163158" y="1184588"/>
                    </a:cubicBezTo>
                    <a:cubicBezTo>
                      <a:pt x="1147933" y="1184588"/>
                      <a:pt x="1136514" y="1184588"/>
                      <a:pt x="1121289" y="1184588"/>
                    </a:cubicBezTo>
                    <a:cubicBezTo>
                      <a:pt x="1128902" y="1135072"/>
                      <a:pt x="1083227" y="1165544"/>
                      <a:pt x="1071809" y="1146499"/>
                    </a:cubicBezTo>
                    <a:cubicBezTo>
                      <a:pt x="1075615" y="1138881"/>
                      <a:pt x="1079421" y="1131263"/>
                      <a:pt x="1079421" y="1127454"/>
                    </a:cubicBezTo>
                    <a:cubicBezTo>
                      <a:pt x="1068003" y="1116027"/>
                      <a:pt x="1060390" y="1108409"/>
                      <a:pt x="1052778" y="1100791"/>
                    </a:cubicBezTo>
                    <a:cubicBezTo>
                      <a:pt x="1064196" y="1089364"/>
                      <a:pt x="1075615" y="1077937"/>
                      <a:pt x="1090840" y="1070319"/>
                    </a:cubicBezTo>
                    <a:cubicBezTo>
                      <a:pt x="1098452" y="1066510"/>
                      <a:pt x="1109871" y="1077937"/>
                      <a:pt x="1121289" y="1077937"/>
                    </a:cubicBezTo>
                    <a:cubicBezTo>
                      <a:pt x="1147933" y="1081746"/>
                      <a:pt x="1170770" y="1085555"/>
                      <a:pt x="1170770" y="1047466"/>
                    </a:cubicBezTo>
                    <a:cubicBezTo>
                      <a:pt x="1208832" y="1055084"/>
                      <a:pt x="1243088" y="1066510"/>
                      <a:pt x="1281150" y="1074128"/>
                    </a:cubicBezTo>
                    <a:cubicBezTo>
                      <a:pt x="1273538" y="1058893"/>
                      <a:pt x="1269731" y="1043657"/>
                      <a:pt x="1265925" y="1028421"/>
                    </a:cubicBezTo>
                    <a:cubicBezTo>
                      <a:pt x="1265925" y="1028421"/>
                      <a:pt x="1269731" y="1024612"/>
                      <a:pt x="1269731" y="1024612"/>
                    </a:cubicBezTo>
                    <a:cubicBezTo>
                      <a:pt x="1303987" y="1039848"/>
                      <a:pt x="1338243" y="1055084"/>
                      <a:pt x="1372499" y="1066510"/>
                    </a:cubicBezTo>
                    <a:cubicBezTo>
                      <a:pt x="1383918" y="1074128"/>
                      <a:pt x="1399142" y="1077937"/>
                      <a:pt x="1406755" y="1074128"/>
                    </a:cubicBezTo>
                    <a:cubicBezTo>
                      <a:pt x="1467654" y="1036039"/>
                      <a:pt x="1528553" y="1001758"/>
                      <a:pt x="1585647" y="959860"/>
                    </a:cubicBezTo>
                    <a:cubicBezTo>
                      <a:pt x="1597065" y="952242"/>
                      <a:pt x="1600871" y="929388"/>
                      <a:pt x="1608484" y="910343"/>
                    </a:cubicBezTo>
                    <a:cubicBezTo>
                      <a:pt x="1608484" y="910343"/>
                      <a:pt x="1604678" y="910343"/>
                      <a:pt x="1600871" y="906534"/>
                    </a:cubicBezTo>
                    <a:cubicBezTo>
                      <a:pt x="1570422" y="952242"/>
                      <a:pt x="1543778" y="971286"/>
                      <a:pt x="1505716" y="975095"/>
                    </a:cubicBezTo>
                    <a:cubicBezTo>
                      <a:pt x="1467654" y="982713"/>
                      <a:pt x="1421980" y="982713"/>
                      <a:pt x="1395336" y="1024612"/>
                    </a:cubicBezTo>
                    <a:cubicBezTo>
                      <a:pt x="1391530" y="1028421"/>
                      <a:pt x="1387724" y="1028421"/>
                      <a:pt x="1380111" y="1028421"/>
                    </a:cubicBezTo>
                    <a:cubicBezTo>
                      <a:pt x="1376305" y="1016994"/>
                      <a:pt x="1376305" y="1009376"/>
                      <a:pt x="1372499" y="997949"/>
                    </a:cubicBezTo>
                    <a:cubicBezTo>
                      <a:pt x="1368693" y="1001758"/>
                      <a:pt x="1361080" y="1005567"/>
                      <a:pt x="1357274" y="1005567"/>
                    </a:cubicBezTo>
                    <a:cubicBezTo>
                      <a:pt x="1342049" y="1009376"/>
                      <a:pt x="1326825" y="1009376"/>
                      <a:pt x="1311600" y="1009376"/>
                    </a:cubicBezTo>
                    <a:cubicBezTo>
                      <a:pt x="1319212" y="997949"/>
                      <a:pt x="1326825" y="982713"/>
                      <a:pt x="1338243" y="971286"/>
                    </a:cubicBezTo>
                    <a:cubicBezTo>
                      <a:pt x="1349662" y="959860"/>
                      <a:pt x="1368693" y="948433"/>
                      <a:pt x="1383918" y="933197"/>
                    </a:cubicBezTo>
                    <a:cubicBezTo>
                      <a:pt x="1338243" y="952242"/>
                      <a:pt x="1300181" y="971286"/>
                      <a:pt x="1258313" y="986522"/>
                    </a:cubicBezTo>
                    <a:cubicBezTo>
                      <a:pt x="1254507" y="990331"/>
                      <a:pt x="1243088" y="982713"/>
                      <a:pt x="1239282" y="978904"/>
                    </a:cubicBezTo>
                    <a:cubicBezTo>
                      <a:pt x="1227863" y="963669"/>
                      <a:pt x="1224057" y="948433"/>
                      <a:pt x="1212638" y="933197"/>
                    </a:cubicBezTo>
                    <a:cubicBezTo>
                      <a:pt x="1227863" y="921770"/>
                      <a:pt x="1246894" y="906534"/>
                      <a:pt x="1262119" y="895107"/>
                    </a:cubicBezTo>
                    <a:cubicBezTo>
                      <a:pt x="1262119" y="891298"/>
                      <a:pt x="1258313" y="891298"/>
                      <a:pt x="1258313" y="887489"/>
                    </a:cubicBezTo>
                    <a:cubicBezTo>
                      <a:pt x="1243088" y="895107"/>
                      <a:pt x="1227863" y="906534"/>
                      <a:pt x="1216445" y="914152"/>
                    </a:cubicBezTo>
                    <a:cubicBezTo>
                      <a:pt x="1197414" y="925579"/>
                      <a:pt x="1182189" y="937006"/>
                      <a:pt x="1163158" y="944624"/>
                    </a:cubicBezTo>
                    <a:cubicBezTo>
                      <a:pt x="1155545" y="944624"/>
                      <a:pt x="1140320" y="940815"/>
                      <a:pt x="1136514" y="933197"/>
                    </a:cubicBezTo>
                    <a:cubicBezTo>
                      <a:pt x="1132708" y="929388"/>
                      <a:pt x="1140320" y="914152"/>
                      <a:pt x="1144127" y="906534"/>
                    </a:cubicBezTo>
                    <a:cubicBezTo>
                      <a:pt x="1151739" y="898916"/>
                      <a:pt x="1159351" y="891298"/>
                      <a:pt x="1163158" y="887489"/>
                    </a:cubicBezTo>
                    <a:cubicBezTo>
                      <a:pt x="1121289" y="879871"/>
                      <a:pt x="1079421" y="872253"/>
                      <a:pt x="1041359" y="860826"/>
                    </a:cubicBezTo>
                    <a:cubicBezTo>
                      <a:pt x="1033747" y="860826"/>
                      <a:pt x="1026134" y="845590"/>
                      <a:pt x="1022328" y="837973"/>
                    </a:cubicBezTo>
                    <a:cubicBezTo>
                      <a:pt x="1029940" y="834164"/>
                      <a:pt x="1037553" y="826546"/>
                      <a:pt x="1045165" y="826546"/>
                    </a:cubicBezTo>
                    <a:cubicBezTo>
                      <a:pt x="1075615" y="818928"/>
                      <a:pt x="1106064" y="815119"/>
                      <a:pt x="1132708" y="815119"/>
                    </a:cubicBezTo>
                    <a:cubicBezTo>
                      <a:pt x="1132708" y="796074"/>
                      <a:pt x="1132708" y="773220"/>
                      <a:pt x="1140320" y="769411"/>
                    </a:cubicBezTo>
                    <a:cubicBezTo>
                      <a:pt x="1151739" y="765602"/>
                      <a:pt x="1166964" y="773220"/>
                      <a:pt x="1178383" y="777029"/>
                    </a:cubicBezTo>
                    <a:cubicBezTo>
                      <a:pt x="1189801" y="780838"/>
                      <a:pt x="1197414" y="788456"/>
                      <a:pt x="1205026" y="796074"/>
                    </a:cubicBezTo>
                    <a:cubicBezTo>
                      <a:pt x="1246894" y="815119"/>
                      <a:pt x="1292569" y="837973"/>
                      <a:pt x="1334437" y="857017"/>
                    </a:cubicBezTo>
                    <a:cubicBezTo>
                      <a:pt x="1334437" y="853208"/>
                      <a:pt x="1338243" y="853208"/>
                      <a:pt x="1338243" y="849399"/>
                    </a:cubicBezTo>
                    <a:cubicBezTo>
                      <a:pt x="1323018" y="834164"/>
                      <a:pt x="1307794" y="822737"/>
                      <a:pt x="1292569" y="807501"/>
                    </a:cubicBezTo>
                    <a:cubicBezTo>
                      <a:pt x="1319212" y="784647"/>
                      <a:pt x="1342049" y="799883"/>
                      <a:pt x="1357274" y="811310"/>
                    </a:cubicBezTo>
                    <a:cubicBezTo>
                      <a:pt x="1425786" y="860826"/>
                      <a:pt x="1498104" y="857017"/>
                      <a:pt x="1574228" y="845590"/>
                    </a:cubicBezTo>
                    <a:cubicBezTo>
                      <a:pt x="1600871" y="841782"/>
                      <a:pt x="1608484" y="830355"/>
                      <a:pt x="1597065" y="807501"/>
                    </a:cubicBezTo>
                    <a:cubicBezTo>
                      <a:pt x="1593259" y="796074"/>
                      <a:pt x="1589453" y="788456"/>
                      <a:pt x="1578034" y="769411"/>
                    </a:cubicBezTo>
                    <a:cubicBezTo>
                      <a:pt x="1570422" y="815119"/>
                      <a:pt x="1539972" y="815119"/>
                      <a:pt x="1509522" y="818928"/>
                    </a:cubicBezTo>
                    <a:cubicBezTo>
                      <a:pt x="1505716" y="818928"/>
                      <a:pt x="1501910" y="792265"/>
                      <a:pt x="1498104" y="780838"/>
                    </a:cubicBezTo>
                    <a:cubicBezTo>
                      <a:pt x="1479073" y="784647"/>
                      <a:pt x="1456236" y="788456"/>
                      <a:pt x="1437205" y="788456"/>
                    </a:cubicBezTo>
                    <a:cubicBezTo>
                      <a:pt x="1433398" y="784647"/>
                      <a:pt x="1433398" y="780838"/>
                      <a:pt x="1433398" y="777029"/>
                    </a:cubicBezTo>
                    <a:cubicBezTo>
                      <a:pt x="1444817" y="761793"/>
                      <a:pt x="1456236" y="750367"/>
                      <a:pt x="1471460" y="735131"/>
                    </a:cubicBezTo>
                    <a:cubicBezTo>
                      <a:pt x="1452429" y="735131"/>
                      <a:pt x="1441011" y="738940"/>
                      <a:pt x="1429592" y="742749"/>
                    </a:cubicBezTo>
                    <a:cubicBezTo>
                      <a:pt x="1418174" y="746558"/>
                      <a:pt x="1399142" y="754175"/>
                      <a:pt x="1395336" y="750367"/>
                    </a:cubicBezTo>
                    <a:cubicBezTo>
                      <a:pt x="1368693" y="723704"/>
                      <a:pt x="1345856" y="731322"/>
                      <a:pt x="1315406" y="735131"/>
                    </a:cubicBezTo>
                    <a:cubicBezTo>
                      <a:pt x="1303987" y="738940"/>
                      <a:pt x="1288763" y="719895"/>
                      <a:pt x="1273538" y="712277"/>
                    </a:cubicBezTo>
                    <a:cubicBezTo>
                      <a:pt x="1284956" y="704659"/>
                      <a:pt x="1292569" y="693232"/>
                      <a:pt x="1300181" y="689423"/>
                    </a:cubicBezTo>
                    <a:cubicBezTo>
                      <a:pt x="1319212" y="681805"/>
                      <a:pt x="1338243" y="677996"/>
                      <a:pt x="1361080" y="670378"/>
                    </a:cubicBezTo>
                    <a:cubicBezTo>
                      <a:pt x="1326825" y="647524"/>
                      <a:pt x="1319212" y="598008"/>
                      <a:pt x="1269731" y="598008"/>
                    </a:cubicBezTo>
                    <a:cubicBezTo>
                      <a:pt x="1254507" y="598008"/>
                      <a:pt x="1258313" y="578963"/>
                      <a:pt x="1273538" y="571345"/>
                    </a:cubicBezTo>
                    <a:cubicBezTo>
                      <a:pt x="1284956" y="563727"/>
                      <a:pt x="1296375" y="559918"/>
                      <a:pt x="1311600" y="556109"/>
                    </a:cubicBezTo>
                    <a:cubicBezTo>
                      <a:pt x="1284956" y="533256"/>
                      <a:pt x="1246894" y="521829"/>
                      <a:pt x="1265925" y="468503"/>
                    </a:cubicBezTo>
                    <a:cubicBezTo>
                      <a:pt x="1303987" y="491357"/>
                      <a:pt x="1338243" y="510402"/>
                      <a:pt x="1376305" y="529447"/>
                    </a:cubicBezTo>
                    <a:cubicBezTo>
                      <a:pt x="1399142" y="544682"/>
                      <a:pt x="1421980" y="563727"/>
                      <a:pt x="1444817" y="529447"/>
                    </a:cubicBezTo>
                    <a:cubicBezTo>
                      <a:pt x="1448623" y="525638"/>
                      <a:pt x="1460042" y="525638"/>
                      <a:pt x="1471460" y="521829"/>
                    </a:cubicBezTo>
                    <a:cubicBezTo>
                      <a:pt x="1452429" y="491357"/>
                      <a:pt x="1410561" y="479930"/>
                      <a:pt x="1421980" y="430413"/>
                    </a:cubicBezTo>
                    <a:cubicBezTo>
                      <a:pt x="1448623" y="441840"/>
                      <a:pt x="1471460" y="453267"/>
                      <a:pt x="1498104" y="464694"/>
                    </a:cubicBezTo>
                    <a:cubicBezTo>
                      <a:pt x="1498104" y="441840"/>
                      <a:pt x="1498104" y="422795"/>
                      <a:pt x="1494298" y="403751"/>
                    </a:cubicBezTo>
                    <a:cubicBezTo>
                      <a:pt x="1494298" y="407560"/>
                      <a:pt x="1490491" y="411369"/>
                      <a:pt x="1490491" y="415178"/>
                    </a:cubicBezTo>
                    <a:cubicBezTo>
                      <a:pt x="1471460" y="411369"/>
                      <a:pt x="1441011" y="415178"/>
                      <a:pt x="1433398" y="403751"/>
                    </a:cubicBezTo>
                    <a:cubicBezTo>
                      <a:pt x="1410561" y="377088"/>
                      <a:pt x="1452429" y="377088"/>
                      <a:pt x="1460042" y="354234"/>
                    </a:cubicBezTo>
                    <a:cubicBezTo>
                      <a:pt x="1441011" y="327571"/>
                      <a:pt x="1421980" y="300909"/>
                      <a:pt x="1402949" y="274246"/>
                    </a:cubicBezTo>
                    <a:cubicBezTo>
                      <a:pt x="1395336" y="262819"/>
                      <a:pt x="1402949" y="247583"/>
                      <a:pt x="1402949" y="236156"/>
                    </a:cubicBezTo>
                    <a:cubicBezTo>
                      <a:pt x="1410561" y="236156"/>
                      <a:pt x="1425786" y="236156"/>
                      <a:pt x="1433398" y="243774"/>
                    </a:cubicBezTo>
                    <a:cubicBezTo>
                      <a:pt x="1452429" y="251392"/>
                      <a:pt x="1467654" y="262819"/>
                      <a:pt x="1479073" y="266628"/>
                    </a:cubicBezTo>
                    <a:cubicBezTo>
                      <a:pt x="1490491" y="251392"/>
                      <a:pt x="1501910" y="236156"/>
                      <a:pt x="1509522" y="224729"/>
                    </a:cubicBezTo>
                    <a:cubicBezTo>
                      <a:pt x="1517135" y="239965"/>
                      <a:pt x="1528553" y="251392"/>
                      <a:pt x="1536166" y="262819"/>
                    </a:cubicBezTo>
                    <a:cubicBezTo>
                      <a:pt x="1539972" y="270437"/>
                      <a:pt x="1536166" y="278055"/>
                      <a:pt x="1539972" y="285673"/>
                    </a:cubicBezTo>
                    <a:cubicBezTo>
                      <a:pt x="1547585" y="312336"/>
                      <a:pt x="1559003" y="342807"/>
                      <a:pt x="1566616" y="369470"/>
                    </a:cubicBezTo>
                    <a:cubicBezTo>
                      <a:pt x="1578034" y="361852"/>
                      <a:pt x="1581840" y="354234"/>
                      <a:pt x="1581840" y="350425"/>
                    </a:cubicBezTo>
                    <a:cubicBezTo>
                      <a:pt x="1585647" y="293291"/>
                      <a:pt x="1574228" y="243774"/>
                      <a:pt x="1536166" y="201876"/>
                    </a:cubicBezTo>
                    <a:cubicBezTo>
                      <a:pt x="1513329" y="179022"/>
                      <a:pt x="1486685" y="156168"/>
                      <a:pt x="1501910" y="106651"/>
                    </a:cubicBezTo>
                    <a:cubicBezTo>
                      <a:pt x="1532360" y="137123"/>
                      <a:pt x="1559003" y="163786"/>
                      <a:pt x="1585647" y="186640"/>
                    </a:cubicBezTo>
                    <a:cubicBezTo>
                      <a:pt x="1589453" y="186640"/>
                      <a:pt x="1593259" y="182831"/>
                      <a:pt x="1593259" y="182831"/>
                    </a:cubicBezTo>
                    <a:cubicBezTo>
                      <a:pt x="1593259" y="121887"/>
                      <a:pt x="1593259" y="64753"/>
                      <a:pt x="1593259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9" name="Freeform 2528"/>
              <p:cNvSpPr/>
              <p:nvPr/>
            </p:nvSpPr>
            <p:spPr>
              <a:xfrm>
                <a:off x="2032000" y="4418148"/>
                <a:ext cx="2032000" cy="2439853"/>
              </a:xfrm>
              <a:custGeom>
                <a:avLst/>
                <a:gdLst>
                  <a:gd name="connsiteX0" fmla="*/ 151221 w 2032000"/>
                  <a:gd name="connsiteY0" fmla="*/ 718724 h 2439853"/>
                  <a:gd name="connsiteX1" fmla="*/ 158833 w 2032000"/>
                  <a:gd name="connsiteY1" fmla="*/ 730150 h 2439853"/>
                  <a:gd name="connsiteX2" fmla="*/ 139802 w 2032000"/>
                  <a:gd name="connsiteY2" fmla="*/ 798712 h 2439853"/>
                  <a:gd name="connsiteX3" fmla="*/ 299663 w 2032000"/>
                  <a:gd name="connsiteY3" fmla="*/ 760622 h 2439853"/>
                  <a:gd name="connsiteX4" fmla="*/ 295857 w 2032000"/>
                  <a:gd name="connsiteY4" fmla="*/ 783476 h 2439853"/>
                  <a:gd name="connsiteX5" fmla="*/ 421461 w 2032000"/>
                  <a:gd name="connsiteY5" fmla="*/ 825375 h 2439853"/>
                  <a:gd name="connsiteX6" fmla="*/ 311082 w 2032000"/>
                  <a:gd name="connsiteY6" fmla="*/ 901554 h 2439853"/>
                  <a:gd name="connsiteX7" fmla="*/ 330113 w 2032000"/>
                  <a:gd name="connsiteY7" fmla="*/ 920599 h 2439853"/>
                  <a:gd name="connsiteX8" fmla="*/ 280632 w 2032000"/>
                  <a:gd name="connsiteY8" fmla="*/ 947261 h 2439853"/>
                  <a:gd name="connsiteX9" fmla="*/ 303469 w 2032000"/>
                  <a:gd name="connsiteY9" fmla="*/ 992969 h 2439853"/>
                  <a:gd name="connsiteX10" fmla="*/ 155027 w 2032000"/>
                  <a:gd name="connsiteY10" fmla="*/ 992969 h 2439853"/>
                  <a:gd name="connsiteX11" fmla="*/ 155027 w 2032000"/>
                  <a:gd name="connsiteY11" fmla="*/ 1027250 h 2439853"/>
                  <a:gd name="connsiteX12" fmla="*/ 78903 w 2032000"/>
                  <a:gd name="connsiteY12" fmla="*/ 989160 h 2439853"/>
                  <a:gd name="connsiteX13" fmla="*/ 67484 w 2032000"/>
                  <a:gd name="connsiteY13" fmla="*/ 1027250 h 2439853"/>
                  <a:gd name="connsiteX14" fmla="*/ 31563 w 2032000"/>
                  <a:gd name="connsiteY14" fmla="*/ 1019037 h 2439853"/>
                  <a:gd name="connsiteX15" fmla="*/ 0 w 2032000"/>
                  <a:gd name="connsiteY15" fmla="*/ 1016321 h 2439853"/>
                  <a:gd name="connsiteX16" fmla="*/ 0 w 2032000"/>
                  <a:gd name="connsiteY16" fmla="*/ 756234 h 2439853"/>
                  <a:gd name="connsiteX17" fmla="*/ 2422 w 2032000"/>
                  <a:gd name="connsiteY17" fmla="*/ 756754 h 2439853"/>
                  <a:gd name="connsiteX18" fmla="*/ 151221 w 2032000"/>
                  <a:gd name="connsiteY18" fmla="*/ 718724 h 2439853"/>
                  <a:gd name="connsiteX19" fmla="*/ 147414 w 2032000"/>
                  <a:gd name="connsiteY19" fmla="*/ 417815 h 2439853"/>
                  <a:gd name="connsiteX20" fmla="*/ 132190 w 2032000"/>
                  <a:gd name="connsiteY20" fmla="*/ 448287 h 2439853"/>
                  <a:gd name="connsiteX21" fmla="*/ 158833 w 2032000"/>
                  <a:gd name="connsiteY21" fmla="*/ 482568 h 2439853"/>
                  <a:gd name="connsiteX22" fmla="*/ 250182 w 2032000"/>
                  <a:gd name="connsiteY22" fmla="*/ 433051 h 2439853"/>
                  <a:gd name="connsiteX23" fmla="*/ 234957 w 2032000"/>
                  <a:gd name="connsiteY23" fmla="*/ 474950 h 2439853"/>
                  <a:gd name="connsiteX24" fmla="*/ 337725 w 2032000"/>
                  <a:gd name="connsiteY24" fmla="*/ 474950 h 2439853"/>
                  <a:gd name="connsiteX25" fmla="*/ 337725 w 2032000"/>
                  <a:gd name="connsiteY25" fmla="*/ 486377 h 2439853"/>
                  <a:gd name="connsiteX26" fmla="*/ 246376 w 2032000"/>
                  <a:gd name="connsiteY26" fmla="*/ 528275 h 2439853"/>
                  <a:gd name="connsiteX27" fmla="*/ 253988 w 2032000"/>
                  <a:gd name="connsiteY27" fmla="*/ 558747 h 2439853"/>
                  <a:gd name="connsiteX28" fmla="*/ 155027 w 2032000"/>
                  <a:gd name="connsiteY28" fmla="*/ 535893 h 2439853"/>
                  <a:gd name="connsiteX29" fmla="*/ 177864 w 2032000"/>
                  <a:gd name="connsiteY29" fmla="*/ 577792 h 2439853"/>
                  <a:gd name="connsiteX30" fmla="*/ 158833 w 2032000"/>
                  <a:gd name="connsiteY30" fmla="*/ 589219 h 2439853"/>
                  <a:gd name="connsiteX31" fmla="*/ 170252 w 2032000"/>
                  <a:gd name="connsiteY31" fmla="*/ 627308 h 2439853"/>
                  <a:gd name="connsiteX32" fmla="*/ 113159 w 2032000"/>
                  <a:gd name="connsiteY32" fmla="*/ 612073 h 2439853"/>
                  <a:gd name="connsiteX33" fmla="*/ 67484 w 2032000"/>
                  <a:gd name="connsiteY33" fmla="*/ 684443 h 2439853"/>
                  <a:gd name="connsiteX34" fmla="*/ 2779 w 2032000"/>
                  <a:gd name="connsiteY34" fmla="*/ 646353 h 2439853"/>
                  <a:gd name="connsiteX35" fmla="*/ 0 w 2032000"/>
                  <a:gd name="connsiteY35" fmla="*/ 649716 h 2439853"/>
                  <a:gd name="connsiteX36" fmla="*/ 0 w 2032000"/>
                  <a:gd name="connsiteY36" fmla="*/ 485338 h 2439853"/>
                  <a:gd name="connsiteX37" fmla="*/ 10392 w 2032000"/>
                  <a:gd name="connsiteY37" fmla="*/ 485841 h 2439853"/>
                  <a:gd name="connsiteX38" fmla="*/ 147414 w 2032000"/>
                  <a:gd name="connsiteY38" fmla="*/ 417815 h 2439853"/>
                  <a:gd name="connsiteX39" fmla="*/ 21810 w 2032000"/>
                  <a:gd name="connsiteY39" fmla="*/ 177851 h 2439853"/>
                  <a:gd name="connsiteX40" fmla="*/ 52260 w 2032000"/>
                  <a:gd name="connsiteY40" fmla="*/ 234985 h 2439853"/>
                  <a:gd name="connsiteX41" fmla="*/ 139802 w 2032000"/>
                  <a:gd name="connsiteY41" fmla="*/ 204513 h 2439853"/>
                  <a:gd name="connsiteX42" fmla="*/ 174058 w 2032000"/>
                  <a:gd name="connsiteY42" fmla="*/ 204513 h 2439853"/>
                  <a:gd name="connsiteX43" fmla="*/ 234957 w 2032000"/>
                  <a:gd name="connsiteY43" fmla="*/ 231176 h 2439853"/>
                  <a:gd name="connsiteX44" fmla="*/ 280632 w 2032000"/>
                  <a:gd name="connsiteY44" fmla="*/ 242603 h 2439853"/>
                  <a:gd name="connsiteX45" fmla="*/ 189283 w 2032000"/>
                  <a:gd name="connsiteY45" fmla="*/ 280693 h 2439853"/>
                  <a:gd name="connsiteX46" fmla="*/ 208314 w 2032000"/>
                  <a:gd name="connsiteY46" fmla="*/ 303546 h 2439853"/>
                  <a:gd name="connsiteX47" fmla="*/ 139802 w 2032000"/>
                  <a:gd name="connsiteY47" fmla="*/ 330209 h 2439853"/>
                  <a:gd name="connsiteX48" fmla="*/ 162639 w 2032000"/>
                  <a:gd name="connsiteY48" fmla="*/ 356872 h 2439853"/>
                  <a:gd name="connsiteX49" fmla="*/ 158833 w 2032000"/>
                  <a:gd name="connsiteY49" fmla="*/ 368299 h 2439853"/>
                  <a:gd name="connsiteX50" fmla="*/ 40841 w 2032000"/>
                  <a:gd name="connsiteY50" fmla="*/ 318782 h 2439853"/>
                  <a:gd name="connsiteX51" fmla="*/ 109353 w 2032000"/>
                  <a:gd name="connsiteY51" fmla="*/ 387344 h 2439853"/>
                  <a:gd name="connsiteX52" fmla="*/ 97934 w 2032000"/>
                  <a:gd name="connsiteY52" fmla="*/ 398771 h 2439853"/>
                  <a:gd name="connsiteX53" fmla="*/ 25616 w 2032000"/>
                  <a:gd name="connsiteY53" fmla="*/ 364490 h 2439853"/>
                  <a:gd name="connsiteX54" fmla="*/ 0 w 2032000"/>
                  <a:gd name="connsiteY54" fmla="*/ 353097 h 2439853"/>
                  <a:gd name="connsiteX55" fmla="*/ 0 w 2032000"/>
                  <a:gd name="connsiteY55" fmla="*/ 181209 h 2439853"/>
                  <a:gd name="connsiteX56" fmla="*/ 1137028 w 2032000"/>
                  <a:gd name="connsiteY56" fmla="*/ 97863 h 2439853"/>
                  <a:gd name="connsiteX57" fmla="*/ 1220765 w 2032000"/>
                  <a:gd name="connsiteY57" fmla="*/ 128334 h 2439853"/>
                  <a:gd name="connsiteX58" fmla="*/ 1266439 w 2032000"/>
                  <a:gd name="connsiteY58" fmla="*/ 116907 h 2439853"/>
                  <a:gd name="connsiteX59" fmla="*/ 1274051 w 2032000"/>
                  <a:gd name="connsiteY59" fmla="*/ 135952 h 2439853"/>
                  <a:gd name="connsiteX60" fmla="*/ 1228377 w 2032000"/>
                  <a:gd name="connsiteY60" fmla="*/ 208322 h 2439853"/>
                  <a:gd name="connsiteX61" fmla="*/ 1281664 w 2032000"/>
                  <a:gd name="connsiteY61" fmla="*/ 212131 h 2439853"/>
                  <a:gd name="connsiteX62" fmla="*/ 1384431 w 2032000"/>
                  <a:gd name="connsiteY62" fmla="*/ 265457 h 2439853"/>
                  <a:gd name="connsiteX63" fmla="*/ 1376819 w 2032000"/>
                  <a:gd name="connsiteY63" fmla="*/ 273075 h 2439853"/>
                  <a:gd name="connsiteX64" fmla="*/ 1365400 w 2032000"/>
                  <a:gd name="connsiteY64" fmla="*/ 337827 h 2439853"/>
                  <a:gd name="connsiteX65" fmla="*/ 1380625 w 2032000"/>
                  <a:gd name="connsiteY65" fmla="*/ 330209 h 2439853"/>
                  <a:gd name="connsiteX66" fmla="*/ 1502424 w 2032000"/>
                  <a:gd name="connsiteY66" fmla="*/ 532084 h 2439853"/>
                  <a:gd name="connsiteX67" fmla="*/ 1491005 w 2032000"/>
                  <a:gd name="connsiteY67" fmla="*/ 543511 h 2439853"/>
                  <a:gd name="connsiteX68" fmla="*/ 1395850 w 2032000"/>
                  <a:gd name="connsiteY68" fmla="*/ 516848 h 2439853"/>
                  <a:gd name="connsiteX69" fmla="*/ 1384431 w 2032000"/>
                  <a:gd name="connsiteY69" fmla="*/ 543511 h 2439853"/>
                  <a:gd name="connsiteX70" fmla="*/ 1445331 w 2032000"/>
                  <a:gd name="connsiteY70" fmla="*/ 589219 h 2439853"/>
                  <a:gd name="connsiteX71" fmla="*/ 1548098 w 2032000"/>
                  <a:gd name="connsiteY71" fmla="*/ 593028 h 2439853"/>
                  <a:gd name="connsiteX72" fmla="*/ 1506230 w 2032000"/>
                  <a:gd name="connsiteY72" fmla="*/ 669207 h 2439853"/>
                  <a:gd name="connsiteX73" fmla="*/ 1479587 w 2032000"/>
                  <a:gd name="connsiteY73" fmla="*/ 711106 h 2439853"/>
                  <a:gd name="connsiteX74" fmla="*/ 1460556 w 2032000"/>
                  <a:gd name="connsiteY74" fmla="*/ 737768 h 2439853"/>
                  <a:gd name="connsiteX75" fmla="*/ 1464362 w 2032000"/>
                  <a:gd name="connsiteY75" fmla="*/ 825375 h 2439853"/>
                  <a:gd name="connsiteX76" fmla="*/ 1510036 w 2032000"/>
                  <a:gd name="connsiteY76" fmla="*/ 787285 h 2439853"/>
                  <a:gd name="connsiteX77" fmla="*/ 1578548 w 2032000"/>
                  <a:gd name="connsiteY77" fmla="*/ 859655 h 2439853"/>
                  <a:gd name="connsiteX78" fmla="*/ 1620416 w 2032000"/>
                  <a:gd name="connsiteY78" fmla="*/ 947261 h 2439853"/>
                  <a:gd name="connsiteX79" fmla="*/ 1688928 w 2032000"/>
                  <a:gd name="connsiteY79" fmla="*/ 981542 h 2439853"/>
                  <a:gd name="connsiteX80" fmla="*/ 1803114 w 2032000"/>
                  <a:gd name="connsiteY80" fmla="*/ 1008205 h 2439853"/>
                  <a:gd name="connsiteX81" fmla="*/ 1768858 w 2032000"/>
                  <a:gd name="connsiteY81" fmla="*/ 932026 h 2439853"/>
                  <a:gd name="connsiteX82" fmla="*/ 1837370 w 2032000"/>
                  <a:gd name="connsiteY82" fmla="*/ 966306 h 2439853"/>
                  <a:gd name="connsiteX83" fmla="*/ 1818339 w 2032000"/>
                  <a:gd name="connsiteY83" fmla="*/ 867273 h 2439853"/>
                  <a:gd name="connsiteX84" fmla="*/ 1940137 w 2032000"/>
                  <a:gd name="connsiteY84" fmla="*/ 901554 h 2439853"/>
                  <a:gd name="connsiteX85" fmla="*/ 1951556 w 2032000"/>
                  <a:gd name="connsiteY85" fmla="*/ 893936 h 2439853"/>
                  <a:gd name="connsiteX86" fmla="*/ 1894463 w 2032000"/>
                  <a:gd name="connsiteY86" fmla="*/ 802521 h 2439853"/>
                  <a:gd name="connsiteX87" fmla="*/ 1905882 w 2032000"/>
                  <a:gd name="connsiteY87" fmla="*/ 653971 h 2439853"/>
                  <a:gd name="connsiteX88" fmla="*/ 1917300 w 2032000"/>
                  <a:gd name="connsiteY88" fmla="*/ 650162 h 2439853"/>
                  <a:gd name="connsiteX89" fmla="*/ 1962975 w 2032000"/>
                  <a:gd name="connsiteY89" fmla="*/ 753004 h 2439853"/>
                  <a:gd name="connsiteX90" fmla="*/ 1997231 w 2032000"/>
                  <a:gd name="connsiteY90" fmla="*/ 699679 h 2439853"/>
                  <a:gd name="connsiteX91" fmla="*/ 2012455 w 2032000"/>
                  <a:gd name="connsiteY91" fmla="*/ 509231 h 2439853"/>
                  <a:gd name="connsiteX92" fmla="*/ 2031486 w 2032000"/>
                  <a:gd name="connsiteY92" fmla="*/ 505422 h 2439853"/>
                  <a:gd name="connsiteX93" fmla="*/ 2032000 w 2032000"/>
                  <a:gd name="connsiteY93" fmla="*/ 507137 h 2439853"/>
                  <a:gd name="connsiteX94" fmla="*/ 2032000 w 2032000"/>
                  <a:gd name="connsiteY94" fmla="*/ 2439853 h 2439853"/>
                  <a:gd name="connsiteX95" fmla="*/ 0 w 2032000"/>
                  <a:gd name="connsiteY95" fmla="*/ 2439853 h 2439853"/>
                  <a:gd name="connsiteX96" fmla="*/ 0 w 2032000"/>
                  <a:gd name="connsiteY96" fmla="*/ 1073977 h 2439853"/>
                  <a:gd name="connsiteX97" fmla="*/ 31563 w 2032000"/>
                  <a:gd name="connsiteY97" fmla="*/ 1084920 h 2439853"/>
                  <a:gd name="connsiteX98" fmla="*/ 82709 w 2032000"/>
                  <a:gd name="connsiteY98" fmla="*/ 1095811 h 2439853"/>
                  <a:gd name="connsiteX99" fmla="*/ 269213 w 2032000"/>
                  <a:gd name="connsiteY99" fmla="*/ 1038677 h 2439853"/>
                  <a:gd name="connsiteX100" fmla="*/ 273019 w 2032000"/>
                  <a:gd name="connsiteY100" fmla="*/ 1046295 h 2439853"/>
                  <a:gd name="connsiteX101" fmla="*/ 257795 w 2032000"/>
                  <a:gd name="connsiteY101" fmla="*/ 1084384 h 2439853"/>
                  <a:gd name="connsiteX102" fmla="*/ 322500 w 2032000"/>
                  <a:gd name="connsiteY102" fmla="*/ 1069148 h 2439853"/>
                  <a:gd name="connsiteX103" fmla="*/ 269213 w 2032000"/>
                  <a:gd name="connsiteY103" fmla="*/ 1126283 h 2439853"/>
                  <a:gd name="connsiteX104" fmla="*/ 379593 w 2032000"/>
                  <a:gd name="connsiteY104" fmla="*/ 1103429 h 2439853"/>
                  <a:gd name="connsiteX105" fmla="*/ 486167 w 2032000"/>
                  <a:gd name="connsiteY105" fmla="*/ 1160563 h 2439853"/>
                  <a:gd name="connsiteX106" fmla="*/ 516617 w 2032000"/>
                  <a:gd name="connsiteY106" fmla="*/ 1145328 h 2439853"/>
                  <a:gd name="connsiteX107" fmla="*/ 531841 w 2032000"/>
                  <a:gd name="connsiteY107" fmla="*/ 1141519 h 2439853"/>
                  <a:gd name="connsiteX108" fmla="*/ 581322 w 2032000"/>
                  <a:gd name="connsiteY108" fmla="*/ 1156754 h 2439853"/>
                  <a:gd name="connsiteX109" fmla="*/ 588935 w 2032000"/>
                  <a:gd name="connsiteY109" fmla="*/ 1141519 h 2439853"/>
                  <a:gd name="connsiteX110" fmla="*/ 558485 w 2032000"/>
                  <a:gd name="connsiteY110" fmla="*/ 1092002 h 2439853"/>
                  <a:gd name="connsiteX111" fmla="*/ 558485 w 2032000"/>
                  <a:gd name="connsiteY111" fmla="*/ 1050103 h 2439853"/>
                  <a:gd name="connsiteX112" fmla="*/ 528035 w 2032000"/>
                  <a:gd name="connsiteY112" fmla="*/ 1031059 h 2439853"/>
                  <a:gd name="connsiteX113" fmla="*/ 566097 w 2032000"/>
                  <a:gd name="connsiteY113" fmla="*/ 1015823 h 2439853"/>
                  <a:gd name="connsiteX114" fmla="*/ 566097 w 2032000"/>
                  <a:gd name="connsiteY114" fmla="*/ 970115 h 2439853"/>
                  <a:gd name="connsiteX115" fmla="*/ 547066 w 2032000"/>
                  <a:gd name="connsiteY115" fmla="*/ 962497 h 2439853"/>
                  <a:gd name="connsiteX116" fmla="*/ 440493 w 2032000"/>
                  <a:gd name="connsiteY116" fmla="*/ 966306 h 2439853"/>
                  <a:gd name="connsiteX117" fmla="*/ 345337 w 2032000"/>
                  <a:gd name="connsiteY117" fmla="*/ 962497 h 2439853"/>
                  <a:gd name="connsiteX118" fmla="*/ 398624 w 2032000"/>
                  <a:gd name="connsiteY118" fmla="*/ 867273 h 2439853"/>
                  <a:gd name="connsiteX119" fmla="*/ 455717 w 2032000"/>
                  <a:gd name="connsiteY119" fmla="*/ 806330 h 2439853"/>
                  <a:gd name="connsiteX120" fmla="*/ 501392 w 2032000"/>
                  <a:gd name="connsiteY120" fmla="*/ 794903 h 2439853"/>
                  <a:gd name="connsiteX121" fmla="*/ 550872 w 2032000"/>
                  <a:gd name="connsiteY121" fmla="*/ 714915 h 2439853"/>
                  <a:gd name="connsiteX122" fmla="*/ 562291 w 2032000"/>
                  <a:gd name="connsiteY122" fmla="*/ 634926 h 2439853"/>
                  <a:gd name="connsiteX123" fmla="*/ 634609 w 2032000"/>
                  <a:gd name="connsiteY123" fmla="*/ 623499 h 2439853"/>
                  <a:gd name="connsiteX124" fmla="*/ 657446 w 2032000"/>
                  <a:gd name="connsiteY124" fmla="*/ 669207 h 2439853"/>
                  <a:gd name="connsiteX125" fmla="*/ 710733 w 2032000"/>
                  <a:gd name="connsiteY125" fmla="*/ 627308 h 2439853"/>
                  <a:gd name="connsiteX126" fmla="*/ 760214 w 2032000"/>
                  <a:gd name="connsiteY126" fmla="*/ 581601 h 2439853"/>
                  <a:gd name="connsiteX127" fmla="*/ 775439 w 2032000"/>
                  <a:gd name="connsiteY127" fmla="*/ 573983 h 2439853"/>
                  <a:gd name="connsiteX128" fmla="*/ 824919 w 2032000"/>
                  <a:gd name="connsiteY128" fmla="*/ 528275 h 2439853"/>
                  <a:gd name="connsiteX129" fmla="*/ 847756 w 2032000"/>
                  <a:gd name="connsiteY129" fmla="*/ 501613 h 2439853"/>
                  <a:gd name="connsiteX130" fmla="*/ 824919 w 2032000"/>
                  <a:gd name="connsiteY130" fmla="*/ 402580 h 2439853"/>
                  <a:gd name="connsiteX131" fmla="*/ 901043 w 2032000"/>
                  <a:gd name="connsiteY131" fmla="*/ 360681 h 2439853"/>
                  <a:gd name="connsiteX132" fmla="*/ 912462 w 2032000"/>
                  <a:gd name="connsiteY132" fmla="*/ 368299 h 2439853"/>
                  <a:gd name="connsiteX133" fmla="*/ 969555 w 2032000"/>
                  <a:gd name="connsiteY133" fmla="*/ 215940 h 2439853"/>
                  <a:gd name="connsiteX134" fmla="*/ 1007617 w 2032000"/>
                  <a:gd name="connsiteY134" fmla="*/ 276884 h 2439853"/>
                  <a:gd name="connsiteX135" fmla="*/ 1057098 w 2032000"/>
                  <a:gd name="connsiteY135" fmla="*/ 219749 h 2439853"/>
                  <a:gd name="connsiteX136" fmla="*/ 1041873 w 2032000"/>
                  <a:gd name="connsiteY136" fmla="*/ 219749 h 2439853"/>
                  <a:gd name="connsiteX137" fmla="*/ 1038067 w 2032000"/>
                  <a:gd name="connsiteY137" fmla="*/ 154997 h 2439853"/>
                  <a:gd name="connsiteX138" fmla="*/ 1121803 w 2032000"/>
                  <a:gd name="connsiteY138" fmla="*/ 154997 h 2439853"/>
                  <a:gd name="connsiteX139" fmla="*/ 1137028 w 2032000"/>
                  <a:gd name="connsiteY139" fmla="*/ 97863 h 2439853"/>
                  <a:gd name="connsiteX140" fmla="*/ 0 w 2032000"/>
                  <a:gd name="connsiteY140" fmla="*/ 0 h 2439853"/>
                  <a:gd name="connsiteX141" fmla="*/ 27044 w 2032000"/>
                  <a:gd name="connsiteY141" fmla="*/ 8828 h 2439853"/>
                  <a:gd name="connsiteX142" fmla="*/ 101740 w 2032000"/>
                  <a:gd name="connsiteY142" fmla="*/ 63582 h 2439853"/>
                  <a:gd name="connsiteX143" fmla="*/ 30850 w 2032000"/>
                  <a:gd name="connsiteY143" fmla="*/ 99291 h 2439853"/>
                  <a:gd name="connsiteX144" fmla="*/ 0 w 2032000"/>
                  <a:gd name="connsiteY144" fmla="*/ 99433 h 2439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</a:cxnLst>
                <a:rect l="l" t="t" r="r" b="b"/>
                <a:pathLst>
                  <a:path w="2032000" h="2439853">
                    <a:moveTo>
                      <a:pt x="151221" y="718724"/>
                    </a:moveTo>
                    <a:cubicBezTo>
                      <a:pt x="155027" y="722533"/>
                      <a:pt x="155027" y="726341"/>
                      <a:pt x="158833" y="730150"/>
                    </a:cubicBezTo>
                    <a:cubicBezTo>
                      <a:pt x="155027" y="749195"/>
                      <a:pt x="147414" y="768240"/>
                      <a:pt x="139802" y="798712"/>
                    </a:cubicBezTo>
                    <a:cubicBezTo>
                      <a:pt x="193089" y="783476"/>
                      <a:pt x="242570" y="772049"/>
                      <a:pt x="299663" y="760622"/>
                    </a:cubicBezTo>
                    <a:cubicBezTo>
                      <a:pt x="295857" y="772049"/>
                      <a:pt x="295857" y="779667"/>
                      <a:pt x="295857" y="783476"/>
                    </a:cubicBezTo>
                    <a:cubicBezTo>
                      <a:pt x="337725" y="798712"/>
                      <a:pt x="375787" y="810139"/>
                      <a:pt x="421461" y="825375"/>
                    </a:cubicBezTo>
                    <a:cubicBezTo>
                      <a:pt x="379593" y="852037"/>
                      <a:pt x="345337" y="878700"/>
                      <a:pt x="311082" y="901554"/>
                    </a:cubicBezTo>
                    <a:cubicBezTo>
                      <a:pt x="314888" y="909172"/>
                      <a:pt x="322500" y="912981"/>
                      <a:pt x="330113" y="920599"/>
                    </a:cubicBezTo>
                    <a:cubicBezTo>
                      <a:pt x="311082" y="932026"/>
                      <a:pt x="295857" y="939644"/>
                      <a:pt x="280632" y="947261"/>
                    </a:cubicBezTo>
                    <a:cubicBezTo>
                      <a:pt x="288244" y="962497"/>
                      <a:pt x="292050" y="962497"/>
                      <a:pt x="303469" y="992969"/>
                    </a:cubicBezTo>
                    <a:cubicBezTo>
                      <a:pt x="250182" y="992969"/>
                      <a:pt x="204508" y="992969"/>
                      <a:pt x="155027" y="992969"/>
                    </a:cubicBezTo>
                    <a:cubicBezTo>
                      <a:pt x="155027" y="1008205"/>
                      <a:pt x="155027" y="1012014"/>
                      <a:pt x="155027" y="1027250"/>
                    </a:cubicBezTo>
                    <a:cubicBezTo>
                      <a:pt x="128384" y="1015823"/>
                      <a:pt x="101740" y="1000587"/>
                      <a:pt x="78903" y="989160"/>
                    </a:cubicBezTo>
                    <a:cubicBezTo>
                      <a:pt x="75097" y="1004396"/>
                      <a:pt x="71291" y="1012014"/>
                      <a:pt x="67484" y="1027250"/>
                    </a:cubicBezTo>
                    <a:cubicBezTo>
                      <a:pt x="56066" y="1022489"/>
                      <a:pt x="43934" y="1020346"/>
                      <a:pt x="31563" y="1019037"/>
                    </a:cubicBezTo>
                    <a:lnTo>
                      <a:pt x="0" y="1016321"/>
                    </a:lnTo>
                    <a:lnTo>
                      <a:pt x="0" y="756234"/>
                    </a:lnTo>
                    <a:lnTo>
                      <a:pt x="2422" y="756754"/>
                    </a:lnTo>
                    <a:cubicBezTo>
                      <a:pt x="54163" y="762289"/>
                      <a:pt x="102692" y="750148"/>
                      <a:pt x="151221" y="718724"/>
                    </a:cubicBezTo>
                    <a:close/>
                    <a:moveTo>
                      <a:pt x="147414" y="417815"/>
                    </a:moveTo>
                    <a:cubicBezTo>
                      <a:pt x="143608" y="429242"/>
                      <a:pt x="135996" y="440669"/>
                      <a:pt x="132190" y="448287"/>
                    </a:cubicBezTo>
                    <a:cubicBezTo>
                      <a:pt x="143608" y="459714"/>
                      <a:pt x="151221" y="471141"/>
                      <a:pt x="158833" y="482568"/>
                    </a:cubicBezTo>
                    <a:cubicBezTo>
                      <a:pt x="185477" y="467332"/>
                      <a:pt x="215926" y="452096"/>
                      <a:pt x="250182" y="433051"/>
                    </a:cubicBezTo>
                    <a:cubicBezTo>
                      <a:pt x="242570" y="452096"/>
                      <a:pt x="242570" y="459714"/>
                      <a:pt x="234957" y="474950"/>
                    </a:cubicBezTo>
                    <a:cubicBezTo>
                      <a:pt x="273019" y="474950"/>
                      <a:pt x="303469" y="474950"/>
                      <a:pt x="337725" y="474950"/>
                    </a:cubicBezTo>
                    <a:cubicBezTo>
                      <a:pt x="337725" y="474950"/>
                      <a:pt x="337725" y="482568"/>
                      <a:pt x="337725" y="486377"/>
                    </a:cubicBezTo>
                    <a:cubicBezTo>
                      <a:pt x="311082" y="497804"/>
                      <a:pt x="280632" y="513039"/>
                      <a:pt x="246376" y="528275"/>
                    </a:cubicBezTo>
                    <a:cubicBezTo>
                      <a:pt x="250182" y="539702"/>
                      <a:pt x="253988" y="551129"/>
                      <a:pt x="253988" y="558747"/>
                    </a:cubicBezTo>
                    <a:cubicBezTo>
                      <a:pt x="215926" y="585410"/>
                      <a:pt x="193089" y="543511"/>
                      <a:pt x="155027" y="535893"/>
                    </a:cubicBezTo>
                    <a:cubicBezTo>
                      <a:pt x="166446" y="554938"/>
                      <a:pt x="170252" y="566365"/>
                      <a:pt x="177864" y="577792"/>
                    </a:cubicBezTo>
                    <a:cubicBezTo>
                      <a:pt x="170252" y="581601"/>
                      <a:pt x="166446" y="585410"/>
                      <a:pt x="158833" y="589219"/>
                    </a:cubicBezTo>
                    <a:cubicBezTo>
                      <a:pt x="162639" y="600646"/>
                      <a:pt x="166446" y="612073"/>
                      <a:pt x="170252" y="627308"/>
                    </a:cubicBezTo>
                    <a:cubicBezTo>
                      <a:pt x="147414" y="619690"/>
                      <a:pt x="128384" y="615882"/>
                      <a:pt x="113159" y="612073"/>
                    </a:cubicBezTo>
                    <a:cubicBezTo>
                      <a:pt x="113159" y="642544"/>
                      <a:pt x="90322" y="684443"/>
                      <a:pt x="67484" y="684443"/>
                    </a:cubicBezTo>
                    <a:cubicBezTo>
                      <a:pt x="40841" y="684443"/>
                      <a:pt x="10391" y="680634"/>
                      <a:pt x="2779" y="646353"/>
                    </a:cubicBezTo>
                    <a:lnTo>
                      <a:pt x="0" y="649716"/>
                    </a:lnTo>
                    <a:lnTo>
                      <a:pt x="0" y="485338"/>
                    </a:lnTo>
                    <a:lnTo>
                      <a:pt x="10392" y="485841"/>
                    </a:lnTo>
                    <a:cubicBezTo>
                      <a:pt x="62489" y="481377"/>
                      <a:pt x="101740" y="437813"/>
                      <a:pt x="147414" y="417815"/>
                    </a:cubicBezTo>
                    <a:close/>
                    <a:moveTo>
                      <a:pt x="21810" y="177851"/>
                    </a:moveTo>
                    <a:cubicBezTo>
                      <a:pt x="33228" y="200704"/>
                      <a:pt x="44647" y="215940"/>
                      <a:pt x="52260" y="234985"/>
                    </a:cubicBezTo>
                    <a:cubicBezTo>
                      <a:pt x="82709" y="227367"/>
                      <a:pt x="109353" y="215940"/>
                      <a:pt x="139802" y="204513"/>
                    </a:cubicBezTo>
                    <a:cubicBezTo>
                      <a:pt x="151221" y="200704"/>
                      <a:pt x="174058" y="200704"/>
                      <a:pt x="174058" y="204513"/>
                    </a:cubicBezTo>
                    <a:cubicBezTo>
                      <a:pt x="185477" y="234985"/>
                      <a:pt x="212120" y="223558"/>
                      <a:pt x="234957" y="231176"/>
                    </a:cubicBezTo>
                    <a:cubicBezTo>
                      <a:pt x="250182" y="231176"/>
                      <a:pt x="265407" y="238794"/>
                      <a:pt x="280632" y="242603"/>
                    </a:cubicBezTo>
                    <a:cubicBezTo>
                      <a:pt x="265407" y="292120"/>
                      <a:pt x="219733" y="273075"/>
                      <a:pt x="189283" y="280693"/>
                    </a:cubicBezTo>
                    <a:cubicBezTo>
                      <a:pt x="196895" y="288311"/>
                      <a:pt x="204508" y="295929"/>
                      <a:pt x="208314" y="303546"/>
                    </a:cubicBezTo>
                    <a:cubicBezTo>
                      <a:pt x="185477" y="314973"/>
                      <a:pt x="166446" y="322591"/>
                      <a:pt x="139802" y="330209"/>
                    </a:cubicBezTo>
                    <a:cubicBezTo>
                      <a:pt x="151221" y="341636"/>
                      <a:pt x="158833" y="349254"/>
                      <a:pt x="162639" y="356872"/>
                    </a:cubicBezTo>
                    <a:cubicBezTo>
                      <a:pt x="162639" y="360681"/>
                      <a:pt x="158833" y="364490"/>
                      <a:pt x="158833" y="368299"/>
                    </a:cubicBezTo>
                    <a:cubicBezTo>
                      <a:pt x="124577" y="353063"/>
                      <a:pt x="86515" y="337827"/>
                      <a:pt x="40841" y="318782"/>
                    </a:cubicBezTo>
                    <a:cubicBezTo>
                      <a:pt x="67484" y="345445"/>
                      <a:pt x="86515" y="364490"/>
                      <a:pt x="109353" y="387344"/>
                    </a:cubicBezTo>
                    <a:cubicBezTo>
                      <a:pt x="105546" y="391153"/>
                      <a:pt x="101740" y="394962"/>
                      <a:pt x="97934" y="398771"/>
                    </a:cubicBezTo>
                    <a:cubicBezTo>
                      <a:pt x="75097" y="387344"/>
                      <a:pt x="48453" y="375917"/>
                      <a:pt x="25616" y="364490"/>
                    </a:cubicBezTo>
                    <a:lnTo>
                      <a:pt x="0" y="353097"/>
                    </a:lnTo>
                    <a:lnTo>
                      <a:pt x="0" y="181209"/>
                    </a:lnTo>
                    <a:close/>
                    <a:moveTo>
                      <a:pt x="1137028" y="97863"/>
                    </a:moveTo>
                    <a:cubicBezTo>
                      <a:pt x="1167478" y="109289"/>
                      <a:pt x="1194121" y="120716"/>
                      <a:pt x="1220765" y="128334"/>
                    </a:cubicBezTo>
                    <a:cubicBezTo>
                      <a:pt x="1232183" y="128334"/>
                      <a:pt x="1247408" y="124525"/>
                      <a:pt x="1266439" y="116907"/>
                    </a:cubicBezTo>
                    <a:cubicBezTo>
                      <a:pt x="1270245" y="124525"/>
                      <a:pt x="1274051" y="128334"/>
                      <a:pt x="1274051" y="135952"/>
                    </a:cubicBezTo>
                    <a:cubicBezTo>
                      <a:pt x="1262633" y="154997"/>
                      <a:pt x="1247408" y="177851"/>
                      <a:pt x="1228377" y="208322"/>
                    </a:cubicBezTo>
                    <a:cubicBezTo>
                      <a:pt x="1247408" y="208322"/>
                      <a:pt x="1266439" y="215940"/>
                      <a:pt x="1281664" y="212131"/>
                    </a:cubicBezTo>
                    <a:cubicBezTo>
                      <a:pt x="1346369" y="193086"/>
                      <a:pt x="1361594" y="196895"/>
                      <a:pt x="1384431" y="265457"/>
                    </a:cubicBezTo>
                    <a:cubicBezTo>
                      <a:pt x="1380625" y="265457"/>
                      <a:pt x="1380625" y="269266"/>
                      <a:pt x="1376819" y="273075"/>
                    </a:cubicBezTo>
                    <a:cubicBezTo>
                      <a:pt x="1361594" y="280693"/>
                      <a:pt x="1350176" y="330209"/>
                      <a:pt x="1365400" y="337827"/>
                    </a:cubicBezTo>
                    <a:cubicBezTo>
                      <a:pt x="1369207" y="334018"/>
                      <a:pt x="1380625" y="334018"/>
                      <a:pt x="1380625" y="330209"/>
                    </a:cubicBezTo>
                    <a:cubicBezTo>
                      <a:pt x="1422493" y="398771"/>
                      <a:pt x="1460556" y="467332"/>
                      <a:pt x="1502424" y="532084"/>
                    </a:cubicBezTo>
                    <a:cubicBezTo>
                      <a:pt x="1502424" y="532084"/>
                      <a:pt x="1502424" y="532084"/>
                      <a:pt x="1491005" y="543511"/>
                    </a:cubicBezTo>
                    <a:cubicBezTo>
                      <a:pt x="1460556" y="535893"/>
                      <a:pt x="1430106" y="524466"/>
                      <a:pt x="1395850" y="516848"/>
                    </a:cubicBezTo>
                    <a:cubicBezTo>
                      <a:pt x="1392044" y="524466"/>
                      <a:pt x="1388238" y="535893"/>
                      <a:pt x="1384431" y="543511"/>
                    </a:cubicBezTo>
                    <a:cubicBezTo>
                      <a:pt x="1407269" y="558747"/>
                      <a:pt x="1426300" y="573983"/>
                      <a:pt x="1445331" y="589219"/>
                    </a:cubicBezTo>
                    <a:cubicBezTo>
                      <a:pt x="1475780" y="558747"/>
                      <a:pt x="1525261" y="554938"/>
                      <a:pt x="1548098" y="593028"/>
                    </a:cubicBezTo>
                    <a:cubicBezTo>
                      <a:pt x="1502424" y="600646"/>
                      <a:pt x="1498618" y="634926"/>
                      <a:pt x="1506230" y="669207"/>
                    </a:cubicBezTo>
                    <a:cubicBezTo>
                      <a:pt x="1513842" y="699679"/>
                      <a:pt x="1513842" y="711106"/>
                      <a:pt x="1479587" y="711106"/>
                    </a:cubicBezTo>
                    <a:cubicBezTo>
                      <a:pt x="1471974" y="711106"/>
                      <a:pt x="1456749" y="733959"/>
                      <a:pt x="1460556" y="737768"/>
                    </a:cubicBezTo>
                    <a:cubicBezTo>
                      <a:pt x="1491005" y="764431"/>
                      <a:pt x="1468168" y="794903"/>
                      <a:pt x="1464362" y="825375"/>
                    </a:cubicBezTo>
                    <a:cubicBezTo>
                      <a:pt x="1475780" y="813948"/>
                      <a:pt x="1491005" y="802521"/>
                      <a:pt x="1510036" y="787285"/>
                    </a:cubicBezTo>
                    <a:cubicBezTo>
                      <a:pt x="1532873" y="810139"/>
                      <a:pt x="1582354" y="840610"/>
                      <a:pt x="1578548" y="859655"/>
                    </a:cubicBezTo>
                    <a:cubicBezTo>
                      <a:pt x="1570935" y="905363"/>
                      <a:pt x="1601385" y="924408"/>
                      <a:pt x="1620416" y="947261"/>
                    </a:cubicBezTo>
                    <a:cubicBezTo>
                      <a:pt x="1639447" y="958688"/>
                      <a:pt x="1662284" y="966306"/>
                      <a:pt x="1688928" y="981542"/>
                    </a:cubicBezTo>
                    <a:cubicBezTo>
                      <a:pt x="1711765" y="973924"/>
                      <a:pt x="1761246" y="985351"/>
                      <a:pt x="1803114" y="1008205"/>
                    </a:cubicBezTo>
                    <a:cubicBezTo>
                      <a:pt x="1795502" y="981542"/>
                      <a:pt x="1784083" y="951070"/>
                      <a:pt x="1768858" y="932026"/>
                    </a:cubicBezTo>
                    <a:cubicBezTo>
                      <a:pt x="1787889" y="943452"/>
                      <a:pt x="1806920" y="951070"/>
                      <a:pt x="1837370" y="966306"/>
                    </a:cubicBezTo>
                    <a:cubicBezTo>
                      <a:pt x="1829757" y="932026"/>
                      <a:pt x="1825951" y="901554"/>
                      <a:pt x="1818339" y="867273"/>
                    </a:cubicBezTo>
                    <a:cubicBezTo>
                      <a:pt x="1864013" y="878700"/>
                      <a:pt x="1902075" y="890127"/>
                      <a:pt x="1940137" y="901554"/>
                    </a:cubicBezTo>
                    <a:cubicBezTo>
                      <a:pt x="1943944" y="901554"/>
                      <a:pt x="1947750" y="897745"/>
                      <a:pt x="1951556" y="893936"/>
                    </a:cubicBezTo>
                    <a:cubicBezTo>
                      <a:pt x="1928719" y="859655"/>
                      <a:pt x="1909688" y="825375"/>
                      <a:pt x="1894463" y="802521"/>
                    </a:cubicBezTo>
                    <a:cubicBezTo>
                      <a:pt x="1898269" y="745386"/>
                      <a:pt x="1902075" y="699679"/>
                      <a:pt x="1905882" y="653971"/>
                    </a:cubicBezTo>
                    <a:cubicBezTo>
                      <a:pt x="1909688" y="653971"/>
                      <a:pt x="1913494" y="653971"/>
                      <a:pt x="1917300" y="650162"/>
                    </a:cubicBezTo>
                    <a:cubicBezTo>
                      <a:pt x="1932525" y="684443"/>
                      <a:pt x="1947750" y="714915"/>
                      <a:pt x="1962975" y="753004"/>
                    </a:cubicBezTo>
                    <a:cubicBezTo>
                      <a:pt x="1978200" y="726341"/>
                      <a:pt x="1989618" y="707297"/>
                      <a:pt x="1997231" y="699679"/>
                    </a:cubicBezTo>
                    <a:cubicBezTo>
                      <a:pt x="2001037" y="631117"/>
                      <a:pt x="2008649" y="570174"/>
                      <a:pt x="2012455" y="509231"/>
                    </a:cubicBezTo>
                    <a:cubicBezTo>
                      <a:pt x="2012455" y="509231"/>
                      <a:pt x="2012455" y="509231"/>
                      <a:pt x="2031486" y="505422"/>
                    </a:cubicBezTo>
                    <a:lnTo>
                      <a:pt x="2032000" y="507137"/>
                    </a:lnTo>
                    <a:lnTo>
                      <a:pt x="2032000" y="2439853"/>
                    </a:lnTo>
                    <a:lnTo>
                      <a:pt x="0" y="2439853"/>
                    </a:lnTo>
                    <a:lnTo>
                      <a:pt x="0" y="1073977"/>
                    </a:lnTo>
                    <a:lnTo>
                      <a:pt x="31563" y="1084920"/>
                    </a:lnTo>
                    <a:cubicBezTo>
                      <a:pt x="48216" y="1088907"/>
                      <a:pt x="65581" y="1092002"/>
                      <a:pt x="82709" y="1095811"/>
                    </a:cubicBezTo>
                    <a:cubicBezTo>
                      <a:pt x="155027" y="1111047"/>
                      <a:pt x="212120" y="1084384"/>
                      <a:pt x="269213" y="1038677"/>
                    </a:cubicBezTo>
                    <a:cubicBezTo>
                      <a:pt x="269213" y="1038677"/>
                      <a:pt x="273019" y="1042486"/>
                      <a:pt x="273019" y="1046295"/>
                    </a:cubicBezTo>
                    <a:cubicBezTo>
                      <a:pt x="269213" y="1057721"/>
                      <a:pt x="261601" y="1069148"/>
                      <a:pt x="257795" y="1084384"/>
                    </a:cubicBezTo>
                    <a:cubicBezTo>
                      <a:pt x="276826" y="1080575"/>
                      <a:pt x="295857" y="1072957"/>
                      <a:pt x="322500" y="1069148"/>
                    </a:cubicBezTo>
                    <a:cubicBezTo>
                      <a:pt x="299663" y="1088193"/>
                      <a:pt x="288244" y="1103429"/>
                      <a:pt x="269213" y="1126283"/>
                    </a:cubicBezTo>
                    <a:cubicBezTo>
                      <a:pt x="314888" y="1114856"/>
                      <a:pt x="352950" y="1111047"/>
                      <a:pt x="379593" y="1103429"/>
                    </a:cubicBezTo>
                    <a:cubicBezTo>
                      <a:pt x="417655" y="1122474"/>
                      <a:pt x="448105" y="1141519"/>
                      <a:pt x="486167" y="1160563"/>
                    </a:cubicBezTo>
                    <a:cubicBezTo>
                      <a:pt x="497586" y="1156754"/>
                      <a:pt x="505198" y="1149137"/>
                      <a:pt x="516617" y="1145328"/>
                    </a:cubicBezTo>
                    <a:cubicBezTo>
                      <a:pt x="520423" y="1141519"/>
                      <a:pt x="528035" y="1141519"/>
                      <a:pt x="531841" y="1141519"/>
                    </a:cubicBezTo>
                    <a:cubicBezTo>
                      <a:pt x="550872" y="1145328"/>
                      <a:pt x="566097" y="1152946"/>
                      <a:pt x="581322" y="1156754"/>
                    </a:cubicBezTo>
                    <a:cubicBezTo>
                      <a:pt x="585128" y="1152946"/>
                      <a:pt x="585128" y="1145328"/>
                      <a:pt x="588935" y="1141519"/>
                    </a:cubicBezTo>
                    <a:cubicBezTo>
                      <a:pt x="577516" y="1126283"/>
                      <a:pt x="566097" y="1111047"/>
                      <a:pt x="558485" y="1092002"/>
                    </a:cubicBezTo>
                    <a:cubicBezTo>
                      <a:pt x="554678" y="1080575"/>
                      <a:pt x="558485" y="1069148"/>
                      <a:pt x="558485" y="1050103"/>
                    </a:cubicBezTo>
                    <a:cubicBezTo>
                      <a:pt x="558485" y="1050103"/>
                      <a:pt x="547066" y="1042486"/>
                      <a:pt x="528035" y="1031059"/>
                    </a:cubicBezTo>
                    <a:cubicBezTo>
                      <a:pt x="550872" y="1023441"/>
                      <a:pt x="566097" y="1019632"/>
                      <a:pt x="566097" y="1015823"/>
                    </a:cubicBezTo>
                    <a:cubicBezTo>
                      <a:pt x="566097" y="1015823"/>
                      <a:pt x="566097" y="1015823"/>
                      <a:pt x="566097" y="970115"/>
                    </a:cubicBezTo>
                    <a:cubicBezTo>
                      <a:pt x="566097" y="970115"/>
                      <a:pt x="554678" y="966306"/>
                      <a:pt x="547066" y="962497"/>
                    </a:cubicBezTo>
                    <a:cubicBezTo>
                      <a:pt x="509004" y="939644"/>
                      <a:pt x="474748" y="909172"/>
                      <a:pt x="440493" y="966306"/>
                    </a:cubicBezTo>
                    <a:cubicBezTo>
                      <a:pt x="421461" y="1000587"/>
                      <a:pt x="375787" y="992969"/>
                      <a:pt x="345337" y="962497"/>
                    </a:cubicBezTo>
                    <a:cubicBezTo>
                      <a:pt x="375787" y="939644"/>
                      <a:pt x="402430" y="912981"/>
                      <a:pt x="398624" y="867273"/>
                    </a:cubicBezTo>
                    <a:cubicBezTo>
                      <a:pt x="394818" y="848228"/>
                      <a:pt x="432880" y="821566"/>
                      <a:pt x="455717" y="806330"/>
                    </a:cubicBezTo>
                    <a:cubicBezTo>
                      <a:pt x="467136" y="798712"/>
                      <a:pt x="486167" y="798712"/>
                      <a:pt x="501392" y="794903"/>
                    </a:cubicBezTo>
                    <a:cubicBezTo>
                      <a:pt x="470942" y="730150"/>
                      <a:pt x="478555" y="722533"/>
                      <a:pt x="550872" y="714915"/>
                    </a:cubicBezTo>
                    <a:cubicBezTo>
                      <a:pt x="554678" y="688252"/>
                      <a:pt x="550872" y="653971"/>
                      <a:pt x="562291" y="634926"/>
                    </a:cubicBezTo>
                    <a:cubicBezTo>
                      <a:pt x="573710" y="623499"/>
                      <a:pt x="611772" y="627308"/>
                      <a:pt x="634609" y="623499"/>
                    </a:cubicBezTo>
                    <a:cubicBezTo>
                      <a:pt x="642221" y="642544"/>
                      <a:pt x="649834" y="653971"/>
                      <a:pt x="657446" y="669207"/>
                    </a:cubicBezTo>
                    <a:cubicBezTo>
                      <a:pt x="676477" y="653971"/>
                      <a:pt x="691702" y="631117"/>
                      <a:pt x="710733" y="627308"/>
                    </a:cubicBezTo>
                    <a:cubicBezTo>
                      <a:pt x="741183" y="619690"/>
                      <a:pt x="756407" y="608264"/>
                      <a:pt x="760214" y="581601"/>
                    </a:cubicBezTo>
                    <a:cubicBezTo>
                      <a:pt x="760214" y="577792"/>
                      <a:pt x="771632" y="573983"/>
                      <a:pt x="775439" y="573983"/>
                    </a:cubicBezTo>
                    <a:cubicBezTo>
                      <a:pt x="809694" y="577792"/>
                      <a:pt x="840144" y="581601"/>
                      <a:pt x="824919" y="528275"/>
                    </a:cubicBezTo>
                    <a:cubicBezTo>
                      <a:pt x="821113" y="524466"/>
                      <a:pt x="851563" y="509231"/>
                      <a:pt x="847756" y="501613"/>
                    </a:cubicBezTo>
                    <a:cubicBezTo>
                      <a:pt x="847756" y="471141"/>
                      <a:pt x="836338" y="444478"/>
                      <a:pt x="824919" y="402580"/>
                    </a:cubicBezTo>
                    <a:cubicBezTo>
                      <a:pt x="840144" y="394962"/>
                      <a:pt x="866788" y="379726"/>
                      <a:pt x="901043" y="360681"/>
                    </a:cubicBezTo>
                    <a:cubicBezTo>
                      <a:pt x="901043" y="360681"/>
                      <a:pt x="912462" y="368299"/>
                      <a:pt x="912462" y="368299"/>
                    </a:cubicBezTo>
                    <a:cubicBezTo>
                      <a:pt x="931493" y="318782"/>
                      <a:pt x="950524" y="269266"/>
                      <a:pt x="969555" y="215940"/>
                    </a:cubicBezTo>
                    <a:cubicBezTo>
                      <a:pt x="988586" y="242603"/>
                      <a:pt x="996199" y="257839"/>
                      <a:pt x="1007617" y="276884"/>
                    </a:cubicBezTo>
                    <a:cubicBezTo>
                      <a:pt x="1026648" y="254030"/>
                      <a:pt x="1041873" y="234985"/>
                      <a:pt x="1057098" y="219749"/>
                    </a:cubicBezTo>
                    <a:cubicBezTo>
                      <a:pt x="1049485" y="219749"/>
                      <a:pt x="1045679" y="219749"/>
                      <a:pt x="1041873" y="219749"/>
                    </a:cubicBezTo>
                    <a:cubicBezTo>
                      <a:pt x="1041873" y="196895"/>
                      <a:pt x="1038067" y="185469"/>
                      <a:pt x="1038067" y="154997"/>
                    </a:cubicBezTo>
                    <a:cubicBezTo>
                      <a:pt x="1038067" y="154997"/>
                      <a:pt x="1038067" y="154997"/>
                      <a:pt x="1121803" y="154997"/>
                    </a:cubicBezTo>
                    <a:cubicBezTo>
                      <a:pt x="1125610" y="154997"/>
                      <a:pt x="1129416" y="120716"/>
                      <a:pt x="1137028" y="97863"/>
                    </a:cubicBezTo>
                    <a:close/>
                    <a:moveTo>
                      <a:pt x="0" y="0"/>
                    </a:moveTo>
                    <a:lnTo>
                      <a:pt x="27044" y="8828"/>
                    </a:lnTo>
                    <a:cubicBezTo>
                      <a:pt x="55115" y="21683"/>
                      <a:pt x="80806" y="38824"/>
                      <a:pt x="101740" y="63582"/>
                    </a:cubicBezTo>
                    <a:cubicBezTo>
                      <a:pt x="82709" y="82627"/>
                      <a:pt x="57018" y="95006"/>
                      <a:pt x="30850" y="99291"/>
                    </a:cubicBezTo>
                    <a:lnTo>
                      <a:pt x="0" y="99433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1" name="Freeform 2530"/>
              <p:cNvSpPr/>
              <p:nvPr/>
            </p:nvSpPr>
            <p:spPr>
              <a:xfrm>
                <a:off x="4064000" y="3997990"/>
                <a:ext cx="2032000" cy="2860010"/>
              </a:xfrm>
              <a:custGeom>
                <a:avLst/>
                <a:gdLst>
                  <a:gd name="connsiteX0" fmla="*/ 1396364 w 2032000"/>
                  <a:gd name="connsiteY0" fmla="*/ 0 h 2860010"/>
                  <a:gd name="connsiteX1" fmla="*/ 1449651 w 2032000"/>
                  <a:gd name="connsiteY1" fmla="*/ 133314 h 2860010"/>
                  <a:gd name="connsiteX2" fmla="*/ 1525775 w 2032000"/>
                  <a:gd name="connsiteY2" fmla="*/ 79989 h 2860010"/>
                  <a:gd name="connsiteX3" fmla="*/ 1445845 w 2032000"/>
                  <a:gd name="connsiteY3" fmla="*/ 278055 h 2860010"/>
                  <a:gd name="connsiteX4" fmla="*/ 1510550 w 2032000"/>
                  <a:gd name="connsiteY4" fmla="*/ 179022 h 2860010"/>
                  <a:gd name="connsiteX5" fmla="*/ 1518162 w 2032000"/>
                  <a:gd name="connsiteY5" fmla="*/ 182830 h 2860010"/>
                  <a:gd name="connsiteX6" fmla="*/ 1521969 w 2032000"/>
                  <a:gd name="connsiteY6" fmla="*/ 205684 h 2860010"/>
                  <a:gd name="connsiteX7" fmla="*/ 1609511 w 2032000"/>
                  <a:gd name="connsiteY7" fmla="*/ 171404 h 2860010"/>
                  <a:gd name="connsiteX8" fmla="*/ 1617124 w 2032000"/>
                  <a:gd name="connsiteY8" fmla="*/ 182830 h 2860010"/>
                  <a:gd name="connsiteX9" fmla="*/ 1563837 w 2032000"/>
                  <a:gd name="connsiteY9" fmla="*/ 228538 h 2860010"/>
                  <a:gd name="connsiteX10" fmla="*/ 1628542 w 2032000"/>
                  <a:gd name="connsiteY10" fmla="*/ 266628 h 2860010"/>
                  <a:gd name="connsiteX11" fmla="*/ 1502938 w 2032000"/>
                  <a:gd name="connsiteY11" fmla="*/ 278055 h 2860010"/>
                  <a:gd name="connsiteX12" fmla="*/ 1586675 w 2032000"/>
                  <a:gd name="connsiteY12" fmla="*/ 342807 h 2860010"/>
                  <a:gd name="connsiteX13" fmla="*/ 1571449 w 2032000"/>
                  <a:gd name="connsiteY13" fmla="*/ 350425 h 2860010"/>
                  <a:gd name="connsiteX14" fmla="*/ 1510550 w 2032000"/>
                  <a:gd name="connsiteY14" fmla="*/ 369470 h 2860010"/>
                  <a:gd name="connsiteX15" fmla="*/ 1491520 w 2032000"/>
                  <a:gd name="connsiteY15" fmla="*/ 361852 h 2860010"/>
                  <a:gd name="connsiteX16" fmla="*/ 1487714 w 2032000"/>
                  <a:gd name="connsiteY16" fmla="*/ 338998 h 2860010"/>
                  <a:gd name="connsiteX17" fmla="*/ 1442038 w 2032000"/>
                  <a:gd name="connsiteY17" fmla="*/ 403750 h 2860010"/>
                  <a:gd name="connsiteX18" fmla="*/ 1453457 w 2032000"/>
                  <a:gd name="connsiteY18" fmla="*/ 491357 h 2860010"/>
                  <a:gd name="connsiteX19" fmla="*/ 1457263 w 2032000"/>
                  <a:gd name="connsiteY19" fmla="*/ 525637 h 2860010"/>
                  <a:gd name="connsiteX20" fmla="*/ 1563837 w 2032000"/>
                  <a:gd name="connsiteY20" fmla="*/ 422795 h 2860010"/>
                  <a:gd name="connsiteX21" fmla="*/ 1605705 w 2032000"/>
                  <a:gd name="connsiteY21" fmla="*/ 346616 h 2860010"/>
                  <a:gd name="connsiteX22" fmla="*/ 1639961 w 2032000"/>
                  <a:gd name="connsiteY22" fmla="*/ 377088 h 2860010"/>
                  <a:gd name="connsiteX23" fmla="*/ 1685637 w 2032000"/>
                  <a:gd name="connsiteY23" fmla="*/ 335189 h 2860010"/>
                  <a:gd name="connsiteX24" fmla="*/ 1708473 w 2032000"/>
                  <a:gd name="connsiteY24" fmla="*/ 331380 h 2860010"/>
                  <a:gd name="connsiteX25" fmla="*/ 1708473 w 2032000"/>
                  <a:gd name="connsiteY25" fmla="*/ 354234 h 2860010"/>
                  <a:gd name="connsiteX26" fmla="*/ 1678025 w 2032000"/>
                  <a:gd name="connsiteY26" fmla="*/ 399941 h 2860010"/>
                  <a:gd name="connsiteX27" fmla="*/ 1746535 w 2032000"/>
                  <a:gd name="connsiteY27" fmla="*/ 411368 h 2860010"/>
                  <a:gd name="connsiteX28" fmla="*/ 1678025 w 2032000"/>
                  <a:gd name="connsiteY28" fmla="*/ 476121 h 2860010"/>
                  <a:gd name="connsiteX29" fmla="*/ 1681831 w 2032000"/>
                  <a:gd name="connsiteY29" fmla="*/ 483739 h 2860010"/>
                  <a:gd name="connsiteX30" fmla="*/ 1731310 w 2032000"/>
                  <a:gd name="connsiteY30" fmla="*/ 495166 h 2860010"/>
                  <a:gd name="connsiteX31" fmla="*/ 1742729 w 2032000"/>
                  <a:gd name="connsiteY31" fmla="*/ 514211 h 2860010"/>
                  <a:gd name="connsiteX32" fmla="*/ 1731310 w 2032000"/>
                  <a:gd name="connsiteY32" fmla="*/ 525637 h 2860010"/>
                  <a:gd name="connsiteX33" fmla="*/ 1670412 w 2032000"/>
                  <a:gd name="connsiteY33" fmla="*/ 567536 h 2860010"/>
                  <a:gd name="connsiteX34" fmla="*/ 1624736 w 2032000"/>
                  <a:gd name="connsiteY34" fmla="*/ 586581 h 2860010"/>
                  <a:gd name="connsiteX35" fmla="*/ 1708473 w 2032000"/>
                  <a:gd name="connsiteY35" fmla="*/ 605626 h 2860010"/>
                  <a:gd name="connsiteX36" fmla="*/ 1708473 w 2032000"/>
                  <a:gd name="connsiteY36" fmla="*/ 617052 h 2860010"/>
                  <a:gd name="connsiteX37" fmla="*/ 1651380 w 2032000"/>
                  <a:gd name="connsiteY37" fmla="*/ 643715 h 2860010"/>
                  <a:gd name="connsiteX38" fmla="*/ 1655186 w 2032000"/>
                  <a:gd name="connsiteY38" fmla="*/ 662760 h 2860010"/>
                  <a:gd name="connsiteX39" fmla="*/ 1620930 w 2032000"/>
                  <a:gd name="connsiteY39" fmla="*/ 681805 h 2860010"/>
                  <a:gd name="connsiteX40" fmla="*/ 1624736 w 2032000"/>
                  <a:gd name="connsiteY40" fmla="*/ 693232 h 2860010"/>
                  <a:gd name="connsiteX41" fmla="*/ 1674218 w 2032000"/>
                  <a:gd name="connsiteY41" fmla="*/ 674187 h 2860010"/>
                  <a:gd name="connsiteX42" fmla="*/ 1723698 w 2032000"/>
                  <a:gd name="connsiteY42" fmla="*/ 674187 h 2860010"/>
                  <a:gd name="connsiteX43" fmla="*/ 1716085 w 2032000"/>
                  <a:gd name="connsiteY43" fmla="*/ 708468 h 2860010"/>
                  <a:gd name="connsiteX44" fmla="*/ 1853109 w 2032000"/>
                  <a:gd name="connsiteY44" fmla="*/ 777029 h 2860010"/>
                  <a:gd name="connsiteX45" fmla="*/ 1818853 w 2032000"/>
                  <a:gd name="connsiteY45" fmla="*/ 803692 h 2860010"/>
                  <a:gd name="connsiteX46" fmla="*/ 1830271 w 2032000"/>
                  <a:gd name="connsiteY46" fmla="*/ 807501 h 2860010"/>
                  <a:gd name="connsiteX47" fmla="*/ 1887365 w 2032000"/>
                  <a:gd name="connsiteY47" fmla="*/ 807501 h 2860010"/>
                  <a:gd name="connsiteX48" fmla="*/ 1906396 w 2032000"/>
                  <a:gd name="connsiteY48" fmla="*/ 799883 h 2860010"/>
                  <a:gd name="connsiteX49" fmla="*/ 1868333 w 2032000"/>
                  <a:gd name="connsiteY49" fmla="*/ 723703 h 2860010"/>
                  <a:gd name="connsiteX50" fmla="*/ 1933039 w 2032000"/>
                  <a:gd name="connsiteY50" fmla="*/ 754175 h 2860010"/>
                  <a:gd name="connsiteX51" fmla="*/ 1929233 w 2032000"/>
                  <a:gd name="connsiteY51" fmla="*/ 700850 h 2860010"/>
                  <a:gd name="connsiteX52" fmla="*/ 1925426 w 2032000"/>
                  <a:gd name="connsiteY52" fmla="*/ 712277 h 2860010"/>
                  <a:gd name="connsiteX53" fmla="*/ 1875947 w 2032000"/>
                  <a:gd name="connsiteY53" fmla="*/ 704659 h 2860010"/>
                  <a:gd name="connsiteX54" fmla="*/ 1898784 w 2032000"/>
                  <a:gd name="connsiteY54" fmla="*/ 662760 h 2860010"/>
                  <a:gd name="connsiteX55" fmla="*/ 1853109 w 2032000"/>
                  <a:gd name="connsiteY55" fmla="*/ 590390 h 2860010"/>
                  <a:gd name="connsiteX56" fmla="*/ 1849302 w 2032000"/>
                  <a:gd name="connsiteY56" fmla="*/ 563727 h 2860010"/>
                  <a:gd name="connsiteX57" fmla="*/ 1879753 w 2032000"/>
                  <a:gd name="connsiteY57" fmla="*/ 567536 h 2860010"/>
                  <a:gd name="connsiteX58" fmla="*/ 1914008 w 2032000"/>
                  <a:gd name="connsiteY58" fmla="*/ 590390 h 2860010"/>
                  <a:gd name="connsiteX59" fmla="*/ 1940651 w 2032000"/>
                  <a:gd name="connsiteY59" fmla="*/ 552300 h 2860010"/>
                  <a:gd name="connsiteX60" fmla="*/ 1963490 w 2032000"/>
                  <a:gd name="connsiteY60" fmla="*/ 586581 h 2860010"/>
                  <a:gd name="connsiteX61" fmla="*/ 1967296 w 2032000"/>
                  <a:gd name="connsiteY61" fmla="*/ 601817 h 2860010"/>
                  <a:gd name="connsiteX62" fmla="*/ 1990133 w 2032000"/>
                  <a:gd name="connsiteY62" fmla="*/ 674187 h 2860010"/>
                  <a:gd name="connsiteX63" fmla="*/ 2001551 w 2032000"/>
                  <a:gd name="connsiteY63" fmla="*/ 655142 h 2860010"/>
                  <a:gd name="connsiteX64" fmla="*/ 1963490 w 2032000"/>
                  <a:gd name="connsiteY64" fmla="*/ 533255 h 2860010"/>
                  <a:gd name="connsiteX65" fmla="*/ 1933039 w 2032000"/>
                  <a:gd name="connsiteY65" fmla="*/ 453267 h 2860010"/>
                  <a:gd name="connsiteX66" fmla="*/ 2001551 w 2032000"/>
                  <a:gd name="connsiteY66" fmla="*/ 521828 h 2860010"/>
                  <a:gd name="connsiteX67" fmla="*/ 2005357 w 2032000"/>
                  <a:gd name="connsiteY67" fmla="*/ 518020 h 2860010"/>
                  <a:gd name="connsiteX68" fmla="*/ 2005357 w 2032000"/>
                  <a:gd name="connsiteY68" fmla="*/ 365661 h 2860010"/>
                  <a:gd name="connsiteX69" fmla="*/ 2032000 w 2032000"/>
                  <a:gd name="connsiteY69" fmla="*/ 389652 h 2860010"/>
                  <a:gd name="connsiteX70" fmla="*/ 2032000 w 2032000"/>
                  <a:gd name="connsiteY70" fmla="*/ 2860010 h 2860010"/>
                  <a:gd name="connsiteX71" fmla="*/ 0 w 2032000"/>
                  <a:gd name="connsiteY71" fmla="*/ 2860010 h 2860010"/>
                  <a:gd name="connsiteX72" fmla="*/ 0 w 2032000"/>
                  <a:gd name="connsiteY72" fmla="*/ 927294 h 2860010"/>
                  <a:gd name="connsiteX73" fmla="*/ 22324 w 2032000"/>
                  <a:gd name="connsiteY73" fmla="*/ 1001758 h 2860010"/>
                  <a:gd name="connsiteX74" fmla="*/ 75611 w 2032000"/>
                  <a:gd name="connsiteY74" fmla="*/ 1001758 h 2860010"/>
                  <a:gd name="connsiteX75" fmla="*/ 37548 w 2032000"/>
                  <a:gd name="connsiteY75" fmla="*/ 872253 h 2860010"/>
                  <a:gd name="connsiteX76" fmla="*/ 3293 w 2032000"/>
                  <a:gd name="connsiteY76" fmla="*/ 837972 h 2860010"/>
                  <a:gd name="connsiteX77" fmla="*/ 151735 w 2032000"/>
                  <a:gd name="connsiteY77" fmla="*/ 666569 h 2860010"/>
                  <a:gd name="connsiteX78" fmla="*/ 208828 w 2032000"/>
                  <a:gd name="connsiteY78" fmla="*/ 590390 h 2860010"/>
                  <a:gd name="connsiteX79" fmla="*/ 277341 w 2032000"/>
                  <a:gd name="connsiteY79" fmla="*/ 613243 h 2860010"/>
                  <a:gd name="connsiteX80" fmla="*/ 357271 w 2032000"/>
                  <a:gd name="connsiteY80" fmla="*/ 845590 h 2860010"/>
                  <a:gd name="connsiteX81" fmla="*/ 410557 w 2032000"/>
                  <a:gd name="connsiteY81" fmla="*/ 959859 h 2860010"/>
                  <a:gd name="connsiteX82" fmla="*/ 463843 w 2032000"/>
                  <a:gd name="connsiteY82" fmla="*/ 986522 h 2860010"/>
                  <a:gd name="connsiteX83" fmla="*/ 456231 w 2032000"/>
                  <a:gd name="connsiteY83" fmla="*/ 1024612 h 2860010"/>
                  <a:gd name="connsiteX84" fmla="*/ 425781 w 2032000"/>
                  <a:gd name="connsiteY84" fmla="*/ 1100791 h 2860010"/>
                  <a:gd name="connsiteX85" fmla="*/ 490488 w 2032000"/>
                  <a:gd name="connsiteY85" fmla="*/ 1093173 h 2860010"/>
                  <a:gd name="connsiteX86" fmla="*/ 490488 w 2032000"/>
                  <a:gd name="connsiteY86" fmla="*/ 1154116 h 2860010"/>
                  <a:gd name="connsiteX87" fmla="*/ 513324 w 2032000"/>
                  <a:gd name="connsiteY87" fmla="*/ 1203633 h 2860010"/>
                  <a:gd name="connsiteX88" fmla="*/ 524743 w 2032000"/>
                  <a:gd name="connsiteY88" fmla="*/ 1237914 h 2860010"/>
                  <a:gd name="connsiteX89" fmla="*/ 547580 w 2032000"/>
                  <a:gd name="connsiteY89" fmla="*/ 1321711 h 2860010"/>
                  <a:gd name="connsiteX90" fmla="*/ 528549 w 2032000"/>
                  <a:gd name="connsiteY90" fmla="*/ 1371227 h 2860010"/>
                  <a:gd name="connsiteX91" fmla="*/ 490488 w 2032000"/>
                  <a:gd name="connsiteY91" fmla="*/ 1420744 h 2860010"/>
                  <a:gd name="connsiteX92" fmla="*/ 501906 w 2032000"/>
                  <a:gd name="connsiteY92" fmla="*/ 1432171 h 2860010"/>
                  <a:gd name="connsiteX93" fmla="*/ 528549 w 2032000"/>
                  <a:gd name="connsiteY93" fmla="*/ 1409317 h 2860010"/>
                  <a:gd name="connsiteX94" fmla="*/ 574225 w 2032000"/>
                  <a:gd name="connsiteY94" fmla="*/ 1432171 h 2860010"/>
                  <a:gd name="connsiteX95" fmla="*/ 604673 w 2032000"/>
                  <a:gd name="connsiteY95" fmla="*/ 1371227 h 2860010"/>
                  <a:gd name="connsiteX96" fmla="*/ 597061 w 2032000"/>
                  <a:gd name="connsiteY96" fmla="*/ 1367418 h 2860010"/>
                  <a:gd name="connsiteX97" fmla="*/ 646541 w 2032000"/>
                  <a:gd name="connsiteY97" fmla="*/ 1336947 h 2860010"/>
                  <a:gd name="connsiteX98" fmla="*/ 676992 w 2032000"/>
                  <a:gd name="connsiteY98" fmla="*/ 1371227 h 2860010"/>
                  <a:gd name="connsiteX99" fmla="*/ 635123 w 2032000"/>
                  <a:gd name="connsiteY99" fmla="*/ 1455025 h 2860010"/>
                  <a:gd name="connsiteX100" fmla="*/ 692216 w 2032000"/>
                  <a:gd name="connsiteY100" fmla="*/ 1428362 h 2860010"/>
                  <a:gd name="connsiteX101" fmla="*/ 699829 w 2032000"/>
                  <a:gd name="connsiteY101" fmla="*/ 1435980 h 2860010"/>
                  <a:gd name="connsiteX102" fmla="*/ 627510 w 2032000"/>
                  <a:gd name="connsiteY102" fmla="*/ 1550249 h 2860010"/>
                  <a:gd name="connsiteX103" fmla="*/ 722665 w 2032000"/>
                  <a:gd name="connsiteY103" fmla="*/ 1523586 h 2860010"/>
                  <a:gd name="connsiteX104" fmla="*/ 638929 w 2032000"/>
                  <a:gd name="connsiteY104" fmla="*/ 1630237 h 2860010"/>
                  <a:gd name="connsiteX105" fmla="*/ 642735 w 2032000"/>
                  <a:gd name="connsiteY105" fmla="*/ 1717843 h 2860010"/>
                  <a:gd name="connsiteX106" fmla="*/ 745503 w 2032000"/>
                  <a:gd name="connsiteY106" fmla="*/ 1580720 h 2860010"/>
                  <a:gd name="connsiteX107" fmla="*/ 753115 w 2032000"/>
                  <a:gd name="connsiteY107" fmla="*/ 1630237 h 2860010"/>
                  <a:gd name="connsiteX108" fmla="*/ 715053 w 2032000"/>
                  <a:gd name="connsiteY108" fmla="*/ 1828303 h 2860010"/>
                  <a:gd name="connsiteX109" fmla="*/ 734084 w 2032000"/>
                  <a:gd name="connsiteY109" fmla="*/ 1832112 h 2860010"/>
                  <a:gd name="connsiteX110" fmla="*/ 726472 w 2032000"/>
                  <a:gd name="connsiteY110" fmla="*/ 1820685 h 2860010"/>
                  <a:gd name="connsiteX111" fmla="*/ 783566 w 2032000"/>
                  <a:gd name="connsiteY111" fmla="*/ 1816876 h 2860010"/>
                  <a:gd name="connsiteX112" fmla="*/ 829239 w 2032000"/>
                  <a:gd name="connsiteY112" fmla="*/ 1786405 h 2860010"/>
                  <a:gd name="connsiteX113" fmla="*/ 852076 w 2032000"/>
                  <a:gd name="connsiteY113" fmla="*/ 1774978 h 2860010"/>
                  <a:gd name="connsiteX114" fmla="*/ 863495 w 2032000"/>
                  <a:gd name="connsiteY114" fmla="*/ 1771169 h 2860010"/>
                  <a:gd name="connsiteX115" fmla="*/ 871107 w 2032000"/>
                  <a:gd name="connsiteY115" fmla="*/ 1763551 h 2860010"/>
                  <a:gd name="connsiteX116" fmla="*/ 882527 w 2032000"/>
                  <a:gd name="connsiteY116" fmla="*/ 1771169 h 2860010"/>
                  <a:gd name="connsiteX117" fmla="*/ 1076644 w 2032000"/>
                  <a:gd name="connsiteY117" fmla="*/ 1710225 h 2860010"/>
                  <a:gd name="connsiteX118" fmla="*/ 1061419 w 2032000"/>
                  <a:gd name="connsiteY118" fmla="*/ 1664518 h 2860010"/>
                  <a:gd name="connsiteX119" fmla="*/ 1110898 w 2032000"/>
                  <a:gd name="connsiteY119" fmla="*/ 1649282 h 2860010"/>
                  <a:gd name="connsiteX120" fmla="*/ 1046193 w 2032000"/>
                  <a:gd name="connsiteY120" fmla="*/ 1645473 h 2860010"/>
                  <a:gd name="connsiteX121" fmla="*/ 954844 w 2032000"/>
                  <a:gd name="connsiteY121" fmla="*/ 1668327 h 2860010"/>
                  <a:gd name="connsiteX122" fmla="*/ 951038 w 2032000"/>
                  <a:gd name="connsiteY122" fmla="*/ 1653091 h 2860010"/>
                  <a:gd name="connsiteX123" fmla="*/ 924394 w 2032000"/>
                  <a:gd name="connsiteY123" fmla="*/ 1653091 h 2860010"/>
                  <a:gd name="connsiteX124" fmla="*/ 916782 w 2032000"/>
                  <a:gd name="connsiteY124" fmla="*/ 1618810 h 2860010"/>
                  <a:gd name="connsiteX125" fmla="*/ 909170 w 2032000"/>
                  <a:gd name="connsiteY125" fmla="*/ 1630237 h 2860010"/>
                  <a:gd name="connsiteX126" fmla="*/ 859689 w 2032000"/>
                  <a:gd name="connsiteY126" fmla="*/ 1611192 h 2860010"/>
                  <a:gd name="connsiteX127" fmla="*/ 825433 w 2032000"/>
                  <a:gd name="connsiteY127" fmla="*/ 1576911 h 2860010"/>
                  <a:gd name="connsiteX128" fmla="*/ 798790 w 2032000"/>
                  <a:gd name="connsiteY128" fmla="*/ 1561676 h 2860010"/>
                  <a:gd name="connsiteX129" fmla="*/ 806402 w 2032000"/>
                  <a:gd name="connsiteY129" fmla="*/ 1554058 h 2860010"/>
                  <a:gd name="connsiteX130" fmla="*/ 871107 w 2032000"/>
                  <a:gd name="connsiteY130" fmla="*/ 1554058 h 2860010"/>
                  <a:gd name="connsiteX131" fmla="*/ 912976 w 2032000"/>
                  <a:gd name="connsiteY131" fmla="*/ 1542631 h 2860010"/>
                  <a:gd name="connsiteX132" fmla="*/ 924394 w 2032000"/>
                  <a:gd name="connsiteY132" fmla="*/ 1550249 h 2860010"/>
                  <a:gd name="connsiteX133" fmla="*/ 1038581 w 2032000"/>
                  <a:gd name="connsiteY133" fmla="*/ 1527395 h 2860010"/>
                  <a:gd name="connsiteX134" fmla="*/ 981489 w 2032000"/>
                  <a:gd name="connsiteY134" fmla="*/ 1496923 h 2860010"/>
                  <a:gd name="connsiteX135" fmla="*/ 920588 w 2032000"/>
                  <a:gd name="connsiteY135" fmla="*/ 1466452 h 2860010"/>
                  <a:gd name="connsiteX136" fmla="*/ 890139 w 2032000"/>
                  <a:gd name="connsiteY136" fmla="*/ 1462643 h 2860010"/>
                  <a:gd name="connsiteX137" fmla="*/ 893945 w 2032000"/>
                  <a:gd name="connsiteY137" fmla="*/ 1455025 h 2860010"/>
                  <a:gd name="connsiteX138" fmla="*/ 840658 w 2032000"/>
                  <a:gd name="connsiteY138" fmla="*/ 1394081 h 2860010"/>
                  <a:gd name="connsiteX139" fmla="*/ 935813 w 2032000"/>
                  <a:gd name="connsiteY139" fmla="*/ 1382654 h 2860010"/>
                  <a:gd name="connsiteX140" fmla="*/ 932007 w 2032000"/>
                  <a:gd name="connsiteY140" fmla="*/ 1371227 h 2860010"/>
                  <a:gd name="connsiteX141" fmla="*/ 935813 w 2032000"/>
                  <a:gd name="connsiteY141" fmla="*/ 1344565 h 2860010"/>
                  <a:gd name="connsiteX142" fmla="*/ 1156573 w 2032000"/>
                  <a:gd name="connsiteY142" fmla="*/ 1348374 h 2860010"/>
                  <a:gd name="connsiteX143" fmla="*/ 1034774 w 2032000"/>
                  <a:gd name="connsiteY143" fmla="*/ 1222678 h 2860010"/>
                  <a:gd name="connsiteX144" fmla="*/ 1011937 w 2032000"/>
                  <a:gd name="connsiteY144" fmla="*/ 1245532 h 2860010"/>
                  <a:gd name="connsiteX145" fmla="*/ 897751 w 2032000"/>
                  <a:gd name="connsiteY145" fmla="*/ 1188397 h 2860010"/>
                  <a:gd name="connsiteX146" fmla="*/ 901557 w 2032000"/>
                  <a:gd name="connsiteY146" fmla="*/ 1165543 h 2860010"/>
                  <a:gd name="connsiteX147" fmla="*/ 825433 w 2032000"/>
                  <a:gd name="connsiteY147" fmla="*/ 1127454 h 2860010"/>
                  <a:gd name="connsiteX148" fmla="*/ 833045 w 2032000"/>
                  <a:gd name="connsiteY148" fmla="*/ 1116027 h 2860010"/>
                  <a:gd name="connsiteX149" fmla="*/ 928201 w 2032000"/>
                  <a:gd name="connsiteY149" fmla="*/ 1127454 h 2860010"/>
                  <a:gd name="connsiteX150" fmla="*/ 920588 w 2032000"/>
                  <a:gd name="connsiteY150" fmla="*/ 1077937 h 2860010"/>
                  <a:gd name="connsiteX151" fmla="*/ 1004325 w 2032000"/>
                  <a:gd name="connsiteY151" fmla="*/ 1127454 h 2860010"/>
                  <a:gd name="connsiteX152" fmla="*/ 985295 w 2032000"/>
                  <a:gd name="connsiteY152" fmla="*/ 1055083 h 2860010"/>
                  <a:gd name="connsiteX153" fmla="*/ 1095674 w 2032000"/>
                  <a:gd name="connsiteY153" fmla="*/ 1058892 h 2860010"/>
                  <a:gd name="connsiteX154" fmla="*/ 1099480 w 2032000"/>
                  <a:gd name="connsiteY154" fmla="*/ 1028421 h 2860010"/>
                  <a:gd name="connsiteX155" fmla="*/ 1049999 w 2032000"/>
                  <a:gd name="connsiteY155" fmla="*/ 1009376 h 2860010"/>
                  <a:gd name="connsiteX156" fmla="*/ 1046193 w 2032000"/>
                  <a:gd name="connsiteY156" fmla="*/ 1016994 h 2860010"/>
                  <a:gd name="connsiteX157" fmla="*/ 1038581 w 2032000"/>
                  <a:gd name="connsiteY157" fmla="*/ 990331 h 2860010"/>
                  <a:gd name="connsiteX158" fmla="*/ 1008131 w 2032000"/>
                  <a:gd name="connsiteY158" fmla="*/ 986522 h 2860010"/>
                  <a:gd name="connsiteX159" fmla="*/ 962456 w 2032000"/>
                  <a:gd name="connsiteY159" fmla="*/ 959859 h 2860010"/>
                  <a:gd name="connsiteX160" fmla="*/ 970070 w 2032000"/>
                  <a:gd name="connsiteY160" fmla="*/ 940814 h 2860010"/>
                  <a:gd name="connsiteX161" fmla="*/ 947232 w 2032000"/>
                  <a:gd name="connsiteY161" fmla="*/ 917961 h 2860010"/>
                  <a:gd name="connsiteX162" fmla="*/ 977683 w 2032000"/>
                  <a:gd name="connsiteY162" fmla="*/ 895107 h 2860010"/>
                  <a:gd name="connsiteX163" fmla="*/ 1004325 w 2032000"/>
                  <a:gd name="connsiteY163" fmla="*/ 898916 h 2860010"/>
                  <a:gd name="connsiteX164" fmla="*/ 1046193 w 2032000"/>
                  <a:gd name="connsiteY164" fmla="*/ 872253 h 2860010"/>
                  <a:gd name="connsiteX165" fmla="*/ 1137542 w 2032000"/>
                  <a:gd name="connsiteY165" fmla="*/ 898916 h 2860010"/>
                  <a:gd name="connsiteX166" fmla="*/ 1126123 w 2032000"/>
                  <a:gd name="connsiteY166" fmla="*/ 860826 h 2860010"/>
                  <a:gd name="connsiteX167" fmla="*/ 1129929 w 2032000"/>
                  <a:gd name="connsiteY167" fmla="*/ 853208 h 2860010"/>
                  <a:gd name="connsiteX168" fmla="*/ 1217472 w 2032000"/>
                  <a:gd name="connsiteY168" fmla="*/ 891298 h 2860010"/>
                  <a:gd name="connsiteX169" fmla="*/ 1247922 w 2032000"/>
                  <a:gd name="connsiteY169" fmla="*/ 895107 h 2860010"/>
                  <a:gd name="connsiteX170" fmla="*/ 1396364 w 2032000"/>
                  <a:gd name="connsiteY170" fmla="*/ 799883 h 2860010"/>
                  <a:gd name="connsiteX171" fmla="*/ 1415395 w 2032000"/>
                  <a:gd name="connsiteY171" fmla="*/ 761793 h 2860010"/>
                  <a:gd name="connsiteX172" fmla="*/ 1407783 w 2032000"/>
                  <a:gd name="connsiteY172" fmla="*/ 757984 h 2860010"/>
                  <a:gd name="connsiteX173" fmla="*/ 1327852 w 2032000"/>
                  <a:gd name="connsiteY173" fmla="*/ 815119 h 2860010"/>
                  <a:gd name="connsiteX174" fmla="*/ 1232697 w 2032000"/>
                  <a:gd name="connsiteY174" fmla="*/ 857017 h 2860010"/>
                  <a:gd name="connsiteX175" fmla="*/ 1221278 w 2032000"/>
                  <a:gd name="connsiteY175" fmla="*/ 860826 h 2860010"/>
                  <a:gd name="connsiteX176" fmla="*/ 1217472 w 2032000"/>
                  <a:gd name="connsiteY176" fmla="*/ 834163 h 2860010"/>
                  <a:gd name="connsiteX177" fmla="*/ 1206054 w 2032000"/>
                  <a:gd name="connsiteY177" fmla="*/ 837972 h 2860010"/>
                  <a:gd name="connsiteX178" fmla="*/ 1167993 w 2032000"/>
                  <a:gd name="connsiteY178" fmla="*/ 841781 h 2860010"/>
                  <a:gd name="connsiteX179" fmla="*/ 1187023 w 2032000"/>
                  <a:gd name="connsiteY179" fmla="*/ 811310 h 2860010"/>
                  <a:gd name="connsiteX180" fmla="*/ 1225085 w 2032000"/>
                  <a:gd name="connsiteY180" fmla="*/ 780838 h 2860010"/>
                  <a:gd name="connsiteX181" fmla="*/ 1122317 w 2032000"/>
                  <a:gd name="connsiteY181" fmla="*/ 826545 h 2860010"/>
                  <a:gd name="connsiteX182" fmla="*/ 1103286 w 2032000"/>
                  <a:gd name="connsiteY182" fmla="*/ 815119 h 2860010"/>
                  <a:gd name="connsiteX183" fmla="*/ 1084256 w 2032000"/>
                  <a:gd name="connsiteY183" fmla="*/ 777029 h 2860010"/>
                  <a:gd name="connsiteX184" fmla="*/ 1126123 w 2032000"/>
                  <a:gd name="connsiteY184" fmla="*/ 746557 h 2860010"/>
                  <a:gd name="connsiteX185" fmla="*/ 1118511 w 2032000"/>
                  <a:gd name="connsiteY185" fmla="*/ 738939 h 2860010"/>
                  <a:gd name="connsiteX186" fmla="*/ 1084256 w 2032000"/>
                  <a:gd name="connsiteY186" fmla="*/ 761793 h 2860010"/>
                  <a:gd name="connsiteX187" fmla="*/ 1042387 w 2032000"/>
                  <a:gd name="connsiteY187" fmla="*/ 788456 h 2860010"/>
                  <a:gd name="connsiteX188" fmla="*/ 1019550 w 2032000"/>
                  <a:gd name="connsiteY188" fmla="*/ 780838 h 2860010"/>
                  <a:gd name="connsiteX189" fmla="*/ 1027162 w 2032000"/>
                  <a:gd name="connsiteY189" fmla="*/ 757984 h 2860010"/>
                  <a:gd name="connsiteX190" fmla="*/ 1042387 w 2032000"/>
                  <a:gd name="connsiteY190" fmla="*/ 742748 h 2860010"/>
                  <a:gd name="connsiteX191" fmla="*/ 939619 w 2032000"/>
                  <a:gd name="connsiteY191" fmla="*/ 719894 h 2860010"/>
                  <a:gd name="connsiteX192" fmla="*/ 924394 w 2032000"/>
                  <a:gd name="connsiteY192" fmla="*/ 700850 h 2860010"/>
                  <a:gd name="connsiteX193" fmla="*/ 943425 w 2032000"/>
                  <a:gd name="connsiteY193" fmla="*/ 689423 h 2860010"/>
                  <a:gd name="connsiteX194" fmla="*/ 1015743 w 2032000"/>
                  <a:gd name="connsiteY194" fmla="*/ 677996 h 2860010"/>
                  <a:gd name="connsiteX195" fmla="*/ 1023356 w 2032000"/>
                  <a:gd name="connsiteY195" fmla="*/ 643715 h 2860010"/>
                  <a:gd name="connsiteX196" fmla="*/ 1053805 w 2032000"/>
                  <a:gd name="connsiteY196" fmla="*/ 647524 h 2860010"/>
                  <a:gd name="connsiteX197" fmla="*/ 1076644 w 2032000"/>
                  <a:gd name="connsiteY197" fmla="*/ 662760 h 2860010"/>
                  <a:gd name="connsiteX198" fmla="*/ 1183217 w 2032000"/>
                  <a:gd name="connsiteY198" fmla="*/ 716086 h 2860010"/>
                  <a:gd name="connsiteX199" fmla="*/ 1187023 w 2032000"/>
                  <a:gd name="connsiteY199" fmla="*/ 708468 h 2860010"/>
                  <a:gd name="connsiteX200" fmla="*/ 1148961 w 2032000"/>
                  <a:gd name="connsiteY200" fmla="*/ 674187 h 2860010"/>
                  <a:gd name="connsiteX201" fmla="*/ 1206054 w 2032000"/>
                  <a:gd name="connsiteY201" fmla="*/ 677996 h 2860010"/>
                  <a:gd name="connsiteX202" fmla="*/ 1384946 w 2032000"/>
                  <a:gd name="connsiteY202" fmla="*/ 704659 h 2860010"/>
                  <a:gd name="connsiteX203" fmla="*/ 1403977 w 2032000"/>
                  <a:gd name="connsiteY203" fmla="*/ 674187 h 2860010"/>
                  <a:gd name="connsiteX204" fmla="*/ 1388752 w 2032000"/>
                  <a:gd name="connsiteY204" fmla="*/ 643715 h 2860010"/>
                  <a:gd name="connsiteX205" fmla="*/ 1331658 w 2032000"/>
                  <a:gd name="connsiteY205" fmla="*/ 681805 h 2860010"/>
                  <a:gd name="connsiteX206" fmla="*/ 1320240 w 2032000"/>
                  <a:gd name="connsiteY206" fmla="*/ 651333 h 2860010"/>
                  <a:gd name="connsiteX207" fmla="*/ 1270761 w 2032000"/>
                  <a:gd name="connsiteY207" fmla="*/ 658951 h 2860010"/>
                  <a:gd name="connsiteX208" fmla="*/ 1266954 w 2032000"/>
                  <a:gd name="connsiteY208" fmla="*/ 647524 h 2860010"/>
                  <a:gd name="connsiteX209" fmla="*/ 1297403 w 2032000"/>
                  <a:gd name="connsiteY209" fmla="*/ 613243 h 2860010"/>
                  <a:gd name="connsiteX210" fmla="*/ 1263148 w 2032000"/>
                  <a:gd name="connsiteY210" fmla="*/ 620861 h 2860010"/>
                  <a:gd name="connsiteX211" fmla="*/ 1232697 w 2032000"/>
                  <a:gd name="connsiteY211" fmla="*/ 624670 h 2860010"/>
                  <a:gd name="connsiteX212" fmla="*/ 1167993 w 2032000"/>
                  <a:gd name="connsiteY212" fmla="*/ 613243 h 2860010"/>
                  <a:gd name="connsiteX213" fmla="*/ 1133736 w 2032000"/>
                  <a:gd name="connsiteY213" fmla="*/ 594199 h 2860010"/>
                  <a:gd name="connsiteX214" fmla="*/ 1156573 w 2032000"/>
                  <a:gd name="connsiteY214" fmla="*/ 575154 h 2860010"/>
                  <a:gd name="connsiteX215" fmla="*/ 1206054 w 2032000"/>
                  <a:gd name="connsiteY215" fmla="*/ 559918 h 2860010"/>
                  <a:gd name="connsiteX216" fmla="*/ 1129929 w 2032000"/>
                  <a:gd name="connsiteY216" fmla="*/ 498975 h 2860010"/>
                  <a:gd name="connsiteX217" fmla="*/ 1133736 w 2032000"/>
                  <a:gd name="connsiteY217" fmla="*/ 476121 h 2860010"/>
                  <a:gd name="connsiteX218" fmla="*/ 1164185 w 2032000"/>
                  <a:gd name="connsiteY218" fmla="*/ 464694 h 2860010"/>
                  <a:gd name="connsiteX219" fmla="*/ 1126123 w 2032000"/>
                  <a:gd name="connsiteY219" fmla="*/ 388515 h 2860010"/>
                  <a:gd name="connsiteX220" fmla="*/ 1217472 w 2032000"/>
                  <a:gd name="connsiteY220" fmla="*/ 441840 h 2860010"/>
                  <a:gd name="connsiteX221" fmla="*/ 1278373 w 2032000"/>
                  <a:gd name="connsiteY221" fmla="*/ 441840 h 2860010"/>
                  <a:gd name="connsiteX222" fmla="*/ 1297403 w 2032000"/>
                  <a:gd name="connsiteY222" fmla="*/ 434222 h 2860010"/>
                  <a:gd name="connsiteX223" fmla="*/ 1259340 w 2032000"/>
                  <a:gd name="connsiteY223" fmla="*/ 358043 h 2860010"/>
                  <a:gd name="connsiteX224" fmla="*/ 1324046 w 2032000"/>
                  <a:gd name="connsiteY224" fmla="*/ 388515 h 2860010"/>
                  <a:gd name="connsiteX225" fmla="*/ 1320240 w 2032000"/>
                  <a:gd name="connsiteY225" fmla="*/ 335189 h 2860010"/>
                  <a:gd name="connsiteX226" fmla="*/ 1312627 w 2032000"/>
                  <a:gd name="connsiteY226" fmla="*/ 342807 h 2860010"/>
                  <a:gd name="connsiteX227" fmla="*/ 1266954 w 2032000"/>
                  <a:gd name="connsiteY227" fmla="*/ 338998 h 2860010"/>
                  <a:gd name="connsiteX228" fmla="*/ 1289791 w 2032000"/>
                  <a:gd name="connsiteY228" fmla="*/ 297100 h 2860010"/>
                  <a:gd name="connsiteX229" fmla="*/ 1240309 w 2032000"/>
                  <a:gd name="connsiteY229" fmla="*/ 224729 h 2860010"/>
                  <a:gd name="connsiteX230" fmla="*/ 1240309 w 2032000"/>
                  <a:gd name="connsiteY230" fmla="*/ 194257 h 2860010"/>
                  <a:gd name="connsiteX231" fmla="*/ 1266954 w 2032000"/>
                  <a:gd name="connsiteY231" fmla="*/ 201875 h 2860010"/>
                  <a:gd name="connsiteX232" fmla="*/ 1305015 w 2032000"/>
                  <a:gd name="connsiteY232" fmla="*/ 220920 h 2860010"/>
                  <a:gd name="connsiteX233" fmla="*/ 1331658 w 2032000"/>
                  <a:gd name="connsiteY233" fmla="*/ 186639 h 2860010"/>
                  <a:gd name="connsiteX234" fmla="*/ 1354496 w 2032000"/>
                  <a:gd name="connsiteY234" fmla="*/ 220920 h 2860010"/>
                  <a:gd name="connsiteX235" fmla="*/ 1354496 w 2032000"/>
                  <a:gd name="connsiteY235" fmla="*/ 236156 h 2860010"/>
                  <a:gd name="connsiteX236" fmla="*/ 1381140 w 2032000"/>
                  <a:gd name="connsiteY236" fmla="*/ 308526 h 2860010"/>
                  <a:gd name="connsiteX237" fmla="*/ 1392558 w 2032000"/>
                  <a:gd name="connsiteY237" fmla="*/ 289482 h 2860010"/>
                  <a:gd name="connsiteX238" fmla="*/ 1354496 w 2032000"/>
                  <a:gd name="connsiteY238" fmla="*/ 167595 h 2860010"/>
                  <a:gd name="connsiteX239" fmla="*/ 1324046 w 2032000"/>
                  <a:gd name="connsiteY239" fmla="*/ 87606 h 2860010"/>
                  <a:gd name="connsiteX240" fmla="*/ 1392558 w 2032000"/>
                  <a:gd name="connsiteY240" fmla="*/ 156168 h 2860010"/>
                  <a:gd name="connsiteX241" fmla="*/ 1396364 w 2032000"/>
                  <a:gd name="connsiteY241" fmla="*/ 152359 h 2860010"/>
                  <a:gd name="connsiteX242" fmla="*/ 1396364 w 2032000"/>
                  <a:gd name="connsiteY242" fmla="*/ 0 h 2860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</a:cxnLst>
                <a:rect l="l" t="t" r="r" b="b"/>
                <a:pathLst>
                  <a:path w="2032000" h="2860010">
                    <a:moveTo>
                      <a:pt x="1396364" y="0"/>
                    </a:moveTo>
                    <a:cubicBezTo>
                      <a:pt x="1457263" y="30472"/>
                      <a:pt x="1423007" y="87606"/>
                      <a:pt x="1449651" y="133314"/>
                    </a:cubicBezTo>
                    <a:cubicBezTo>
                      <a:pt x="1464877" y="102842"/>
                      <a:pt x="1480102" y="72371"/>
                      <a:pt x="1525775" y="79989"/>
                    </a:cubicBezTo>
                    <a:cubicBezTo>
                      <a:pt x="1499132" y="148550"/>
                      <a:pt x="1419201" y="190448"/>
                      <a:pt x="1445845" y="278055"/>
                    </a:cubicBezTo>
                    <a:cubicBezTo>
                      <a:pt x="1464877" y="243774"/>
                      <a:pt x="1487714" y="213302"/>
                      <a:pt x="1510550" y="179022"/>
                    </a:cubicBezTo>
                    <a:cubicBezTo>
                      <a:pt x="1510550" y="179022"/>
                      <a:pt x="1514356" y="182830"/>
                      <a:pt x="1518162" y="182830"/>
                    </a:cubicBezTo>
                    <a:cubicBezTo>
                      <a:pt x="1518162" y="190448"/>
                      <a:pt x="1521969" y="201875"/>
                      <a:pt x="1521969" y="205684"/>
                    </a:cubicBezTo>
                    <a:cubicBezTo>
                      <a:pt x="1552418" y="194257"/>
                      <a:pt x="1582869" y="182830"/>
                      <a:pt x="1609511" y="171404"/>
                    </a:cubicBezTo>
                    <a:cubicBezTo>
                      <a:pt x="1613318" y="175213"/>
                      <a:pt x="1613318" y="179022"/>
                      <a:pt x="1617124" y="182830"/>
                    </a:cubicBezTo>
                    <a:cubicBezTo>
                      <a:pt x="1598093" y="198066"/>
                      <a:pt x="1579063" y="213302"/>
                      <a:pt x="1563837" y="228538"/>
                    </a:cubicBezTo>
                    <a:cubicBezTo>
                      <a:pt x="1582869" y="243774"/>
                      <a:pt x="1601899" y="251392"/>
                      <a:pt x="1628542" y="266628"/>
                    </a:cubicBezTo>
                    <a:cubicBezTo>
                      <a:pt x="1582869" y="293291"/>
                      <a:pt x="1541000" y="266628"/>
                      <a:pt x="1502938" y="278055"/>
                    </a:cubicBezTo>
                    <a:cubicBezTo>
                      <a:pt x="1537194" y="289482"/>
                      <a:pt x="1571449" y="308526"/>
                      <a:pt x="1586675" y="342807"/>
                    </a:cubicBezTo>
                    <a:cubicBezTo>
                      <a:pt x="1579063" y="346616"/>
                      <a:pt x="1575257" y="354234"/>
                      <a:pt x="1571449" y="350425"/>
                    </a:cubicBezTo>
                    <a:cubicBezTo>
                      <a:pt x="1544806" y="346616"/>
                      <a:pt x="1525775" y="350425"/>
                      <a:pt x="1510550" y="369470"/>
                    </a:cubicBezTo>
                    <a:cubicBezTo>
                      <a:pt x="1506744" y="373279"/>
                      <a:pt x="1495326" y="365661"/>
                      <a:pt x="1491520" y="361852"/>
                    </a:cubicBezTo>
                    <a:cubicBezTo>
                      <a:pt x="1487714" y="354234"/>
                      <a:pt x="1487714" y="346616"/>
                      <a:pt x="1487714" y="338998"/>
                    </a:cubicBezTo>
                    <a:cubicBezTo>
                      <a:pt x="1449651" y="342807"/>
                      <a:pt x="1434426" y="365661"/>
                      <a:pt x="1442038" y="403750"/>
                    </a:cubicBezTo>
                    <a:cubicBezTo>
                      <a:pt x="1445845" y="434222"/>
                      <a:pt x="1449651" y="460885"/>
                      <a:pt x="1453457" y="491357"/>
                    </a:cubicBezTo>
                    <a:cubicBezTo>
                      <a:pt x="1453457" y="498975"/>
                      <a:pt x="1457263" y="510402"/>
                      <a:pt x="1457263" y="525637"/>
                    </a:cubicBezTo>
                    <a:cubicBezTo>
                      <a:pt x="1502938" y="498975"/>
                      <a:pt x="1544806" y="472312"/>
                      <a:pt x="1563837" y="422795"/>
                    </a:cubicBezTo>
                    <a:cubicBezTo>
                      <a:pt x="1575257" y="396132"/>
                      <a:pt x="1590481" y="373279"/>
                      <a:pt x="1605705" y="346616"/>
                    </a:cubicBezTo>
                    <a:cubicBezTo>
                      <a:pt x="1620930" y="361852"/>
                      <a:pt x="1628542" y="369470"/>
                      <a:pt x="1639961" y="377088"/>
                    </a:cubicBezTo>
                    <a:cubicBezTo>
                      <a:pt x="1655186" y="361852"/>
                      <a:pt x="1670412" y="346616"/>
                      <a:pt x="1685637" y="335189"/>
                    </a:cubicBezTo>
                    <a:cubicBezTo>
                      <a:pt x="1693249" y="331380"/>
                      <a:pt x="1700861" y="331380"/>
                      <a:pt x="1708473" y="331380"/>
                    </a:cubicBezTo>
                    <a:cubicBezTo>
                      <a:pt x="1708473" y="338998"/>
                      <a:pt x="1712279" y="346616"/>
                      <a:pt x="1708473" y="354234"/>
                    </a:cubicBezTo>
                    <a:cubicBezTo>
                      <a:pt x="1700861" y="369470"/>
                      <a:pt x="1689443" y="384706"/>
                      <a:pt x="1678025" y="399941"/>
                    </a:cubicBezTo>
                    <a:cubicBezTo>
                      <a:pt x="1704667" y="403750"/>
                      <a:pt x="1723698" y="403750"/>
                      <a:pt x="1746535" y="411368"/>
                    </a:cubicBezTo>
                    <a:cubicBezTo>
                      <a:pt x="1719891" y="434222"/>
                      <a:pt x="1700861" y="453267"/>
                      <a:pt x="1678025" y="476121"/>
                    </a:cubicBezTo>
                    <a:cubicBezTo>
                      <a:pt x="1678025" y="476121"/>
                      <a:pt x="1681831" y="479930"/>
                      <a:pt x="1681831" y="483739"/>
                    </a:cubicBezTo>
                    <a:cubicBezTo>
                      <a:pt x="1697055" y="487548"/>
                      <a:pt x="1716085" y="491357"/>
                      <a:pt x="1731310" y="495166"/>
                    </a:cubicBezTo>
                    <a:cubicBezTo>
                      <a:pt x="1735116" y="498975"/>
                      <a:pt x="1742729" y="506593"/>
                      <a:pt x="1742729" y="514211"/>
                    </a:cubicBezTo>
                    <a:cubicBezTo>
                      <a:pt x="1742729" y="518020"/>
                      <a:pt x="1735116" y="521828"/>
                      <a:pt x="1731310" y="525637"/>
                    </a:cubicBezTo>
                    <a:cubicBezTo>
                      <a:pt x="1712279" y="540873"/>
                      <a:pt x="1693249" y="552300"/>
                      <a:pt x="1670412" y="567536"/>
                    </a:cubicBezTo>
                    <a:cubicBezTo>
                      <a:pt x="1628542" y="548491"/>
                      <a:pt x="1624736" y="548491"/>
                      <a:pt x="1624736" y="586581"/>
                    </a:cubicBezTo>
                    <a:cubicBezTo>
                      <a:pt x="1651380" y="594199"/>
                      <a:pt x="1678025" y="598008"/>
                      <a:pt x="1708473" y="605626"/>
                    </a:cubicBezTo>
                    <a:cubicBezTo>
                      <a:pt x="1708473" y="609435"/>
                      <a:pt x="1708473" y="613243"/>
                      <a:pt x="1708473" y="617052"/>
                    </a:cubicBezTo>
                    <a:cubicBezTo>
                      <a:pt x="1689443" y="624670"/>
                      <a:pt x="1670412" y="632288"/>
                      <a:pt x="1651380" y="643715"/>
                    </a:cubicBezTo>
                    <a:cubicBezTo>
                      <a:pt x="1651380" y="647524"/>
                      <a:pt x="1655186" y="655142"/>
                      <a:pt x="1655186" y="662760"/>
                    </a:cubicBezTo>
                    <a:cubicBezTo>
                      <a:pt x="1643767" y="670378"/>
                      <a:pt x="1632349" y="674187"/>
                      <a:pt x="1620930" y="681805"/>
                    </a:cubicBezTo>
                    <a:cubicBezTo>
                      <a:pt x="1620930" y="685614"/>
                      <a:pt x="1620930" y="689423"/>
                      <a:pt x="1624736" y="693232"/>
                    </a:cubicBezTo>
                    <a:cubicBezTo>
                      <a:pt x="1639961" y="685614"/>
                      <a:pt x="1655186" y="677996"/>
                      <a:pt x="1674218" y="674187"/>
                    </a:cubicBezTo>
                    <a:cubicBezTo>
                      <a:pt x="1689443" y="670378"/>
                      <a:pt x="1704667" y="674187"/>
                      <a:pt x="1723698" y="674187"/>
                    </a:cubicBezTo>
                    <a:cubicBezTo>
                      <a:pt x="1719891" y="681805"/>
                      <a:pt x="1719891" y="693232"/>
                      <a:pt x="1716085" y="708468"/>
                    </a:cubicBezTo>
                    <a:cubicBezTo>
                      <a:pt x="1769372" y="719894"/>
                      <a:pt x="1818853" y="738939"/>
                      <a:pt x="1853109" y="777029"/>
                    </a:cubicBezTo>
                    <a:cubicBezTo>
                      <a:pt x="1845496" y="788456"/>
                      <a:pt x="1830271" y="796074"/>
                      <a:pt x="1818853" y="803692"/>
                    </a:cubicBezTo>
                    <a:cubicBezTo>
                      <a:pt x="1822659" y="803692"/>
                      <a:pt x="1826465" y="807501"/>
                      <a:pt x="1830271" y="807501"/>
                    </a:cubicBezTo>
                    <a:cubicBezTo>
                      <a:pt x="1849302" y="818928"/>
                      <a:pt x="1868333" y="837972"/>
                      <a:pt x="1887365" y="807501"/>
                    </a:cubicBezTo>
                    <a:cubicBezTo>
                      <a:pt x="1891172" y="803692"/>
                      <a:pt x="1898784" y="803692"/>
                      <a:pt x="1906396" y="799883"/>
                    </a:cubicBezTo>
                    <a:cubicBezTo>
                      <a:pt x="1894978" y="777029"/>
                      <a:pt x="1856915" y="765602"/>
                      <a:pt x="1868333" y="723703"/>
                    </a:cubicBezTo>
                    <a:cubicBezTo>
                      <a:pt x="1891172" y="735130"/>
                      <a:pt x="1910202" y="742748"/>
                      <a:pt x="1933039" y="754175"/>
                    </a:cubicBezTo>
                    <a:cubicBezTo>
                      <a:pt x="1933039" y="735130"/>
                      <a:pt x="1929233" y="716086"/>
                      <a:pt x="1929233" y="700850"/>
                    </a:cubicBezTo>
                    <a:cubicBezTo>
                      <a:pt x="1929233" y="704659"/>
                      <a:pt x="1925426" y="708468"/>
                      <a:pt x="1925426" y="712277"/>
                    </a:cubicBezTo>
                    <a:cubicBezTo>
                      <a:pt x="1906396" y="708468"/>
                      <a:pt x="1883559" y="712277"/>
                      <a:pt x="1875947" y="704659"/>
                    </a:cubicBezTo>
                    <a:cubicBezTo>
                      <a:pt x="1856915" y="681805"/>
                      <a:pt x="1891172" y="677996"/>
                      <a:pt x="1898784" y="662760"/>
                    </a:cubicBezTo>
                    <a:cubicBezTo>
                      <a:pt x="1883559" y="639906"/>
                      <a:pt x="1864527" y="617052"/>
                      <a:pt x="1853109" y="590390"/>
                    </a:cubicBezTo>
                    <a:cubicBezTo>
                      <a:pt x="1845496" y="586581"/>
                      <a:pt x="1849302" y="571345"/>
                      <a:pt x="1849302" y="563727"/>
                    </a:cubicBezTo>
                    <a:cubicBezTo>
                      <a:pt x="1860721" y="563727"/>
                      <a:pt x="1868333" y="563727"/>
                      <a:pt x="1879753" y="567536"/>
                    </a:cubicBezTo>
                    <a:cubicBezTo>
                      <a:pt x="1891172" y="575154"/>
                      <a:pt x="1906396" y="582772"/>
                      <a:pt x="1914008" y="590390"/>
                    </a:cubicBezTo>
                    <a:cubicBezTo>
                      <a:pt x="1925426" y="575154"/>
                      <a:pt x="1933039" y="563727"/>
                      <a:pt x="1940651" y="552300"/>
                    </a:cubicBezTo>
                    <a:cubicBezTo>
                      <a:pt x="1948264" y="563727"/>
                      <a:pt x="1955876" y="575154"/>
                      <a:pt x="1963490" y="586581"/>
                    </a:cubicBezTo>
                    <a:cubicBezTo>
                      <a:pt x="1963490" y="590390"/>
                      <a:pt x="1963490" y="598008"/>
                      <a:pt x="1967296" y="601817"/>
                    </a:cubicBezTo>
                    <a:cubicBezTo>
                      <a:pt x="1974909" y="628479"/>
                      <a:pt x="1982521" y="651333"/>
                      <a:pt x="1990133" y="674187"/>
                    </a:cubicBezTo>
                    <a:cubicBezTo>
                      <a:pt x="1997745" y="666569"/>
                      <a:pt x="2001551" y="662760"/>
                      <a:pt x="2001551" y="655142"/>
                    </a:cubicBezTo>
                    <a:cubicBezTo>
                      <a:pt x="2005357" y="609435"/>
                      <a:pt x="1993939" y="571345"/>
                      <a:pt x="1963490" y="533255"/>
                    </a:cubicBezTo>
                    <a:cubicBezTo>
                      <a:pt x="1944458" y="514211"/>
                      <a:pt x="1921620" y="495166"/>
                      <a:pt x="1933039" y="453267"/>
                    </a:cubicBezTo>
                    <a:cubicBezTo>
                      <a:pt x="1959682" y="479930"/>
                      <a:pt x="1978715" y="498975"/>
                      <a:pt x="2001551" y="521828"/>
                    </a:cubicBezTo>
                    <a:cubicBezTo>
                      <a:pt x="2005357" y="518020"/>
                      <a:pt x="2005357" y="518020"/>
                      <a:pt x="2005357" y="518020"/>
                    </a:cubicBezTo>
                    <a:cubicBezTo>
                      <a:pt x="2005357" y="468503"/>
                      <a:pt x="2005357" y="418986"/>
                      <a:pt x="2005357" y="365661"/>
                    </a:cubicBezTo>
                    <a:lnTo>
                      <a:pt x="2032000" y="389652"/>
                    </a:lnTo>
                    <a:lnTo>
                      <a:pt x="2032000" y="2860010"/>
                    </a:lnTo>
                    <a:lnTo>
                      <a:pt x="0" y="2860010"/>
                    </a:lnTo>
                    <a:lnTo>
                      <a:pt x="0" y="927294"/>
                    </a:lnTo>
                    <a:lnTo>
                      <a:pt x="22324" y="1001758"/>
                    </a:lnTo>
                    <a:cubicBezTo>
                      <a:pt x="37548" y="1001758"/>
                      <a:pt x="52773" y="1001758"/>
                      <a:pt x="75611" y="1001758"/>
                    </a:cubicBezTo>
                    <a:cubicBezTo>
                      <a:pt x="48967" y="963668"/>
                      <a:pt x="7099" y="929388"/>
                      <a:pt x="37548" y="872253"/>
                    </a:cubicBezTo>
                    <a:cubicBezTo>
                      <a:pt x="29936" y="864635"/>
                      <a:pt x="14711" y="849399"/>
                      <a:pt x="3293" y="837972"/>
                    </a:cubicBezTo>
                    <a:cubicBezTo>
                      <a:pt x="75611" y="796074"/>
                      <a:pt x="113673" y="731321"/>
                      <a:pt x="151735" y="666569"/>
                    </a:cubicBezTo>
                    <a:cubicBezTo>
                      <a:pt x="166959" y="639906"/>
                      <a:pt x="185991" y="609435"/>
                      <a:pt x="208828" y="590390"/>
                    </a:cubicBezTo>
                    <a:cubicBezTo>
                      <a:pt x="239277" y="559918"/>
                      <a:pt x="262116" y="571345"/>
                      <a:pt x="277341" y="613243"/>
                    </a:cubicBezTo>
                    <a:cubicBezTo>
                      <a:pt x="300177" y="693232"/>
                      <a:pt x="311595" y="777029"/>
                      <a:pt x="357271" y="845590"/>
                    </a:cubicBezTo>
                    <a:cubicBezTo>
                      <a:pt x="383914" y="887489"/>
                      <a:pt x="399138" y="925579"/>
                      <a:pt x="410557" y="959859"/>
                    </a:cubicBezTo>
                    <a:cubicBezTo>
                      <a:pt x="433394" y="971286"/>
                      <a:pt x="452425" y="975095"/>
                      <a:pt x="463843" y="986522"/>
                    </a:cubicBezTo>
                    <a:cubicBezTo>
                      <a:pt x="467651" y="994140"/>
                      <a:pt x="460037" y="1013185"/>
                      <a:pt x="456231" y="1024612"/>
                    </a:cubicBezTo>
                    <a:cubicBezTo>
                      <a:pt x="448619" y="1051274"/>
                      <a:pt x="437200" y="1074128"/>
                      <a:pt x="425781" y="1100791"/>
                    </a:cubicBezTo>
                    <a:cubicBezTo>
                      <a:pt x="452425" y="1096982"/>
                      <a:pt x="467651" y="1096982"/>
                      <a:pt x="490488" y="1093173"/>
                    </a:cubicBezTo>
                    <a:cubicBezTo>
                      <a:pt x="490488" y="1116027"/>
                      <a:pt x="490488" y="1135072"/>
                      <a:pt x="490488" y="1154116"/>
                    </a:cubicBezTo>
                    <a:cubicBezTo>
                      <a:pt x="486682" y="1176970"/>
                      <a:pt x="475263" y="1199824"/>
                      <a:pt x="513324" y="1203633"/>
                    </a:cubicBezTo>
                    <a:cubicBezTo>
                      <a:pt x="517130" y="1203633"/>
                      <a:pt x="524743" y="1226487"/>
                      <a:pt x="524743" y="1237914"/>
                    </a:cubicBezTo>
                    <a:cubicBezTo>
                      <a:pt x="528549" y="1268385"/>
                      <a:pt x="501906" y="1306475"/>
                      <a:pt x="547580" y="1321711"/>
                    </a:cubicBezTo>
                    <a:cubicBezTo>
                      <a:pt x="543774" y="1340756"/>
                      <a:pt x="536161" y="1355992"/>
                      <a:pt x="528549" y="1371227"/>
                    </a:cubicBezTo>
                    <a:cubicBezTo>
                      <a:pt x="517130" y="1390272"/>
                      <a:pt x="501906" y="1405508"/>
                      <a:pt x="490488" y="1420744"/>
                    </a:cubicBezTo>
                    <a:cubicBezTo>
                      <a:pt x="494294" y="1424553"/>
                      <a:pt x="498100" y="1428362"/>
                      <a:pt x="501906" y="1432171"/>
                    </a:cubicBezTo>
                    <a:cubicBezTo>
                      <a:pt x="513324" y="1420744"/>
                      <a:pt x="524743" y="1413126"/>
                      <a:pt x="528549" y="1409317"/>
                    </a:cubicBezTo>
                    <a:cubicBezTo>
                      <a:pt x="547580" y="1416935"/>
                      <a:pt x="559000" y="1424553"/>
                      <a:pt x="574225" y="1432171"/>
                    </a:cubicBezTo>
                    <a:cubicBezTo>
                      <a:pt x="585643" y="1413126"/>
                      <a:pt x="597061" y="1390272"/>
                      <a:pt x="604673" y="1371227"/>
                    </a:cubicBezTo>
                    <a:cubicBezTo>
                      <a:pt x="600867" y="1367418"/>
                      <a:pt x="600867" y="1367418"/>
                      <a:pt x="597061" y="1367418"/>
                    </a:cubicBezTo>
                    <a:cubicBezTo>
                      <a:pt x="612286" y="1355992"/>
                      <a:pt x="627510" y="1348374"/>
                      <a:pt x="646541" y="1336947"/>
                    </a:cubicBezTo>
                    <a:cubicBezTo>
                      <a:pt x="650348" y="1344565"/>
                      <a:pt x="665572" y="1355992"/>
                      <a:pt x="676992" y="1371227"/>
                    </a:cubicBezTo>
                    <a:cubicBezTo>
                      <a:pt x="665572" y="1394081"/>
                      <a:pt x="654154" y="1416935"/>
                      <a:pt x="635123" y="1455025"/>
                    </a:cubicBezTo>
                    <a:cubicBezTo>
                      <a:pt x="665572" y="1439789"/>
                      <a:pt x="676992" y="1432171"/>
                      <a:pt x="692216" y="1428362"/>
                    </a:cubicBezTo>
                    <a:cubicBezTo>
                      <a:pt x="696022" y="1428362"/>
                      <a:pt x="696022" y="1432171"/>
                      <a:pt x="699829" y="1435980"/>
                    </a:cubicBezTo>
                    <a:cubicBezTo>
                      <a:pt x="676992" y="1474069"/>
                      <a:pt x="654154" y="1512159"/>
                      <a:pt x="627510" y="1550249"/>
                    </a:cubicBezTo>
                    <a:cubicBezTo>
                      <a:pt x="650348" y="1542631"/>
                      <a:pt x="676992" y="1535013"/>
                      <a:pt x="722665" y="1523586"/>
                    </a:cubicBezTo>
                    <a:cubicBezTo>
                      <a:pt x="684604" y="1569294"/>
                      <a:pt x="657960" y="1595956"/>
                      <a:pt x="638929" y="1630237"/>
                    </a:cubicBezTo>
                    <a:cubicBezTo>
                      <a:pt x="627510" y="1656900"/>
                      <a:pt x="635123" y="1691180"/>
                      <a:pt x="642735" y="1717843"/>
                    </a:cubicBezTo>
                    <a:cubicBezTo>
                      <a:pt x="676992" y="1675945"/>
                      <a:pt x="707441" y="1630237"/>
                      <a:pt x="745503" y="1580720"/>
                    </a:cubicBezTo>
                    <a:cubicBezTo>
                      <a:pt x="749309" y="1599765"/>
                      <a:pt x="756921" y="1615001"/>
                      <a:pt x="753115" y="1630237"/>
                    </a:cubicBezTo>
                    <a:cubicBezTo>
                      <a:pt x="749309" y="1694989"/>
                      <a:pt x="806402" y="1767360"/>
                      <a:pt x="715053" y="1828303"/>
                    </a:cubicBezTo>
                    <a:cubicBezTo>
                      <a:pt x="722665" y="1828303"/>
                      <a:pt x="726472" y="1832112"/>
                      <a:pt x="734084" y="1832112"/>
                    </a:cubicBezTo>
                    <a:cubicBezTo>
                      <a:pt x="730278" y="1828303"/>
                      <a:pt x="730278" y="1824494"/>
                      <a:pt x="726472" y="1820685"/>
                    </a:cubicBezTo>
                    <a:cubicBezTo>
                      <a:pt x="745503" y="1820685"/>
                      <a:pt x="764535" y="1816876"/>
                      <a:pt x="783566" y="1816876"/>
                    </a:cubicBezTo>
                    <a:cubicBezTo>
                      <a:pt x="806402" y="1816876"/>
                      <a:pt x="821627" y="1813067"/>
                      <a:pt x="829239" y="1786405"/>
                    </a:cubicBezTo>
                    <a:cubicBezTo>
                      <a:pt x="829239" y="1782596"/>
                      <a:pt x="844464" y="1774978"/>
                      <a:pt x="852076" y="1774978"/>
                    </a:cubicBezTo>
                    <a:cubicBezTo>
                      <a:pt x="855883" y="1774978"/>
                      <a:pt x="859689" y="1774978"/>
                      <a:pt x="863495" y="1771169"/>
                    </a:cubicBezTo>
                    <a:cubicBezTo>
                      <a:pt x="867301" y="1771169"/>
                      <a:pt x="871107" y="1767360"/>
                      <a:pt x="871107" y="1763551"/>
                    </a:cubicBezTo>
                    <a:cubicBezTo>
                      <a:pt x="874915" y="1763551"/>
                      <a:pt x="878721" y="1767360"/>
                      <a:pt x="882527" y="1771169"/>
                    </a:cubicBezTo>
                    <a:cubicBezTo>
                      <a:pt x="951038" y="1763551"/>
                      <a:pt x="1019550" y="1748315"/>
                      <a:pt x="1076644" y="1710225"/>
                    </a:cubicBezTo>
                    <a:cubicBezTo>
                      <a:pt x="1072836" y="1694989"/>
                      <a:pt x="1065224" y="1679754"/>
                      <a:pt x="1061419" y="1664518"/>
                    </a:cubicBezTo>
                    <a:cubicBezTo>
                      <a:pt x="1076644" y="1656900"/>
                      <a:pt x="1091868" y="1653091"/>
                      <a:pt x="1110898" y="1649282"/>
                    </a:cubicBezTo>
                    <a:cubicBezTo>
                      <a:pt x="1088062" y="1622619"/>
                      <a:pt x="1072836" y="1622619"/>
                      <a:pt x="1046193" y="1645473"/>
                    </a:cubicBezTo>
                    <a:cubicBezTo>
                      <a:pt x="1019550" y="1668327"/>
                      <a:pt x="996713" y="1706416"/>
                      <a:pt x="954844" y="1668327"/>
                    </a:cubicBezTo>
                    <a:cubicBezTo>
                      <a:pt x="954844" y="1668327"/>
                      <a:pt x="951038" y="1660709"/>
                      <a:pt x="951038" y="1653091"/>
                    </a:cubicBezTo>
                    <a:cubicBezTo>
                      <a:pt x="943425" y="1653091"/>
                      <a:pt x="932007" y="1653091"/>
                      <a:pt x="924394" y="1653091"/>
                    </a:cubicBezTo>
                    <a:cubicBezTo>
                      <a:pt x="920588" y="1641664"/>
                      <a:pt x="916782" y="1630237"/>
                      <a:pt x="916782" y="1618810"/>
                    </a:cubicBezTo>
                    <a:cubicBezTo>
                      <a:pt x="912976" y="1622619"/>
                      <a:pt x="912976" y="1626428"/>
                      <a:pt x="909170" y="1630237"/>
                    </a:cubicBezTo>
                    <a:cubicBezTo>
                      <a:pt x="893945" y="1622619"/>
                      <a:pt x="863495" y="1622619"/>
                      <a:pt x="859689" y="1611192"/>
                    </a:cubicBezTo>
                    <a:cubicBezTo>
                      <a:pt x="852076" y="1592147"/>
                      <a:pt x="840658" y="1584529"/>
                      <a:pt x="825433" y="1576911"/>
                    </a:cubicBezTo>
                    <a:cubicBezTo>
                      <a:pt x="817821" y="1569294"/>
                      <a:pt x="810208" y="1565485"/>
                      <a:pt x="798790" y="1561676"/>
                    </a:cubicBezTo>
                    <a:cubicBezTo>
                      <a:pt x="806402" y="1554058"/>
                      <a:pt x="806402" y="1554058"/>
                      <a:pt x="806402" y="1554058"/>
                    </a:cubicBezTo>
                    <a:cubicBezTo>
                      <a:pt x="829239" y="1554058"/>
                      <a:pt x="848270" y="1554058"/>
                      <a:pt x="871107" y="1554058"/>
                    </a:cubicBezTo>
                    <a:cubicBezTo>
                      <a:pt x="878721" y="1523586"/>
                      <a:pt x="893945" y="1527395"/>
                      <a:pt x="912976" y="1542631"/>
                    </a:cubicBezTo>
                    <a:cubicBezTo>
                      <a:pt x="916782" y="1546440"/>
                      <a:pt x="920588" y="1546440"/>
                      <a:pt x="924394" y="1550249"/>
                    </a:cubicBezTo>
                    <a:cubicBezTo>
                      <a:pt x="958650" y="1565485"/>
                      <a:pt x="1019550" y="1554058"/>
                      <a:pt x="1038581" y="1527395"/>
                    </a:cubicBezTo>
                    <a:cubicBezTo>
                      <a:pt x="1019550" y="1519777"/>
                      <a:pt x="977683" y="1546440"/>
                      <a:pt x="981489" y="1496923"/>
                    </a:cubicBezTo>
                    <a:cubicBezTo>
                      <a:pt x="935813" y="1508350"/>
                      <a:pt x="932007" y="1508350"/>
                      <a:pt x="920588" y="1466452"/>
                    </a:cubicBezTo>
                    <a:cubicBezTo>
                      <a:pt x="909170" y="1466452"/>
                      <a:pt x="897751" y="1462643"/>
                      <a:pt x="890139" y="1462643"/>
                    </a:cubicBezTo>
                    <a:cubicBezTo>
                      <a:pt x="890139" y="1458834"/>
                      <a:pt x="893945" y="1458834"/>
                      <a:pt x="893945" y="1455025"/>
                    </a:cubicBezTo>
                    <a:cubicBezTo>
                      <a:pt x="878721" y="1435980"/>
                      <a:pt x="859689" y="1416935"/>
                      <a:pt x="840658" y="1394081"/>
                    </a:cubicBezTo>
                    <a:cubicBezTo>
                      <a:pt x="867301" y="1355992"/>
                      <a:pt x="905363" y="1409317"/>
                      <a:pt x="935813" y="1382654"/>
                    </a:cubicBezTo>
                    <a:cubicBezTo>
                      <a:pt x="935813" y="1378845"/>
                      <a:pt x="932007" y="1375036"/>
                      <a:pt x="932007" y="1371227"/>
                    </a:cubicBezTo>
                    <a:cubicBezTo>
                      <a:pt x="935813" y="1363609"/>
                      <a:pt x="935813" y="1359801"/>
                      <a:pt x="935813" y="1344565"/>
                    </a:cubicBezTo>
                    <a:cubicBezTo>
                      <a:pt x="1011937" y="1401699"/>
                      <a:pt x="1084256" y="1375036"/>
                      <a:pt x="1156573" y="1348374"/>
                    </a:cubicBezTo>
                    <a:cubicBezTo>
                      <a:pt x="1114705" y="1306475"/>
                      <a:pt x="1076644" y="1264576"/>
                      <a:pt x="1034774" y="1222678"/>
                    </a:cubicBezTo>
                    <a:cubicBezTo>
                      <a:pt x="1027162" y="1230296"/>
                      <a:pt x="1015743" y="1237914"/>
                      <a:pt x="1011937" y="1245532"/>
                    </a:cubicBezTo>
                    <a:cubicBezTo>
                      <a:pt x="981489" y="1211251"/>
                      <a:pt x="939619" y="1196015"/>
                      <a:pt x="897751" y="1188397"/>
                    </a:cubicBezTo>
                    <a:cubicBezTo>
                      <a:pt x="897751" y="1176970"/>
                      <a:pt x="901557" y="1169352"/>
                      <a:pt x="901557" y="1165543"/>
                    </a:cubicBezTo>
                    <a:cubicBezTo>
                      <a:pt x="874915" y="1150307"/>
                      <a:pt x="852076" y="1138881"/>
                      <a:pt x="825433" y="1127454"/>
                    </a:cubicBezTo>
                    <a:cubicBezTo>
                      <a:pt x="829239" y="1123645"/>
                      <a:pt x="829239" y="1119836"/>
                      <a:pt x="833045" y="1116027"/>
                    </a:cubicBezTo>
                    <a:cubicBezTo>
                      <a:pt x="863495" y="1119836"/>
                      <a:pt x="893945" y="1123645"/>
                      <a:pt x="928201" y="1127454"/>
                    </a:cubicBezTo>
                    <a:cubicBezTo>
                      <a:pt x="928201" y="1112218"/>
                      <a:pt x="924394" y="1100791"/>
                      <a:pt x="920588" y="1077937"/>
                    </a:cubicBezTo>
                    <a:cubicBezTo>
                      <a:pt x="954844" y="1096982"/>
                      <a:pt x="981489" y="1112218"/>
                      <a:pt x="1004325" y="1127454"/>
                    </a:cubicBezTo>
                    <a:cubicBezTo>
                      <a:pt x="1030968" y="1093173"/>
                      <a:pt x="1004325" y="1074128"/>
                      <a:pt x="985295" y="1055083"/>
                    </a:cubicBezTo>
                    <a:cubicBezTo>
                      <a:pt x="1023356" y="1043656"/>
                      <a:pt x="1061419" y="1028421"/>
                      <a:pt x="1095674" y="1058892"/>
                    </a:cubicBezTo>
                    <a:cubicBezTo>
                      <a:pt x="1099480" y="1047465"/>
                      <a:pt x="1103286" y="1028421"/>
                      <a:pt x="1099480" y="1028421"/>
                    </a:cubicBezTo>
                    <a:cubicBezTo>
                      <a:pt x="1084256" y="1016994"/>
                      <a:pt x="1065224" y="1013185"/>
                      <a:pt x="1049999" y="1009376"/>
                    </a:cubicBezTo>
                    <a:cubicBezTo>
                      <a:pt x="1046193" y="1013185"/>
                      <a:pt x="1046193" y="1013185"/>
                      <a:pt x="1046193" y="1016994"/>
                    </a:cubicBezTo>
                    <a:cubicBezTo>
                      <a:pt x="1042387" y="1009376"/>
                      <a:pt x="1042387" y="997949"/>
                      <a:pt x="1038581" y="990331"/>
                    </a:cubicBezTo>
                    <a:cubicBezTo>
                      <a:pt x="1027162" y="990331"/>
                      <a:pt x="1019550" y="990331"/>
                      <a:pt x="1008131" y="986522"/>
                    </a:cubicBezTo>
                    <a:cubicBezTo>
                      <a:pt x="1011937" y="948432"/>
                      <a:pt x="973877" y="975095"/>
                      <a:pt x="962456" y="959859"/>
                    </a:cubicBezTo>
                    <a:cubicBezTo>
                      <a:pt x="966264" y="952241"/>
                      <a:pt x="970070" y="944623"/>
                      <a:pt x="970070" y="940814"/>
                    </a:cubicBezTo>
                    <a:cubicBezTo>
                      <a:pt x="962456" y="933196"/>
                      <a:pt x="954844" y="925579"/>
                      <a:pt x="947232" y="917961"/>
                    </a:cubicBezTo>
                    <a:cubicBezTo>
                      <a:pt x="958650" y="910343"/>
                      <a:pt x="966264" y="898916"/>
                      <a:pt x="977683" y="895107"/>
                    </a:cubicBezTo>
                    <a:cubicBezTo>
                      <a:pt x="985295" y="891298"/>
                      <a:pt x="996713" y="898916"/>
                      <a:pt x="1004325" y="898916"/>
                    </a:cubicBezTo>
                    <a:cubicBezTo>
                      <a:pt x="1027162" y="902725"/>
                      <a:pt x="1046193" y="906534"/>
                      <a:pt x="1046193" y="872253"/>
                    </a:cubicBezTo>
                    <a:cubicBezTo>
                      <a:pt x="1076644" y="883680"/>
                      <a:pt x="1107092" y="891298"/>
                      <a:pt x="1137542" y="898916"/>
                    </a:cubicBezTo>
                    <a:cubicBezTo>
                      <a:pt x="1133736" y="883680"/>
                      <a:pt x="1129929" y="872253"/>
                      <a:pt x="1126123" y="860826"/>
                    </a:cubicBezTo>
                    <a:cubicBezTo>
                      <a:pt x="1126123" y="857017"/>
                      <a:pt x="1129929" y="857017"/>
                      <a:pt x="1129929" y="853208"/>
                    </a:cubicBezTo>
                    <a:cubicBezTo>
                      <a:pt x="1160379" y="868444"/>
                      <a:pt x="1187023" y="879871"/>
                      <a:pt x="1217472" y="891298"/>
                    </a:cubicBezTo>
                    <a:cubicBezTo>
                      <a:pt x="1225085" y="895107"/>
                      <a:pt x="1240309" y="902725"/>
                      <a:pt x="1247922" y="895107"/>
                    </a:cubicBezTo>
                    <a:cubicBezTo>
                      <a:pt x="1297403" y="864635"/>
                      <a:pt x="1346883" y="834163"/>
                      <a:pt x="1396364" y="799883"/>
                    </a:cubicBezTo>
                    <a:cubicBezTo>
                      <a:pt x="1403977" y="792265"/>
                      <a:pt x="1407783" y="773220"/>
                      <a:pt x="1415395" y="761793"/>
                    </a:cubicBezTo>
                    <a:cubicBezTo>
                      <a:pt x="1411589" y="761793"/>
                      <a:pt x="1411589" y="757984"/>
                      <a:pt x="1407783" y="757984"/>
                    </a:cubicBezTo>
                    <a:cubicBezTo>
                      <a:pt x="1381140" y="796074"/>
                      <a:pt x="1358302" y="811310"/>
                      <a:pt x="1327852" y="815119"/>
                    </a:cubicBezTo>
                    <a:cubicBezTo>
                      <a:pt x="1293597" y="822737"/>
                      <a:pt x="1255534" y="818928"/>
                      <a:pt x="1232697" y="857017"/>
                    </a:cubicBezTo>
                    <a:cubicBezTo>
                      <a:pt x="1232697" y="857017"/>
                      <a:pt x="1228891" y="857017"/>
                      <a:pt x="1221278" y="860826"/>
                    </a:cubicBezTo>
                    <a:cubicBezTo>
                      <a:pt x="1221278" y="849399"/>
                      <a:pt x="1217472" y="841781"/>
                      <a:pt x="1217472" y="834163"/>
                    </a:cubicBezTo>
                    <a:cubicBezTo>
                      <a:pt x="1213666" y="837972"/>
                      <a:pt x="1209860" y="837972"/>
                      <a:pt x="1206054" y="837972"/>
                    </a:cubicBezTo>
                    <a:cubicBezTo>
                      <a:pt x="1190830" y="841781"/>
                      <a:pt x="1179411" y="841781"/>
                      <a:pt x="1167993" y="841781"/>
                    </a:cubicBezTo>
                    <a:cubicBezTo>
                      <a:pt x="1171799" y="830354"/>
                      <a:pt x="1179411" y="818928"/>
                      <a:pt x="1187023" y="811310"/>
                    </a:cubicBezTo>
                    <a:cubicBezTo>
                      <a:pt x="1198442" y="799883"/>
                      <a:pt x="1213666" y="792265"/>
                      <a:pt x="1225085" y="780838"/>
                    </a:cubicBezTo>
                    <a:cubicBezTo>
                      <a:pt x="1187023" y="792265"/>
                      <a:pt x="1156573" y="811310"/>
                      <a:pt x="1122317" y="826545"/>
                    </a:cubicBezTo>
                    <a:cubicBezTo>
                      <a:pt x="1118511" y="826545"/>
                      <a:pt x="1107092" y="822737"/>
                      <a:pt x="1103286" y="815119"/>
                    </a:cubicBezTo>
                    <a:cubicBezTo>
                      <a:pt x="1095674" y="807501"/>
                      <a:pt x="1091868" y="792265"/>
                      <a:pt x="1084256" y="777029"/>
                    </a:cubicBezTo>
                    <a:cubicBezTo>
                      <a:pt x="1095674" y="769411"/>
                      <a:pt x="1110898" y="757984"/>
                      <a:pt x="1126123" y="746557"/>
                    </a:cubicBezTo>
                    <a:cubicBezTo>
                      <a:pt x="1122317" y="746557"/>
                      <a:pt x="1122317" y="742748"/>
                      <a:pt x="1118511" y="738939"/>
                    </a:cubicBezTo>
                    <a:cubicBezTo>
                      <a:pt x="1107092" y="746557"/>
                      <a:pt x="1095674" y="754175"/>
                      <a:pt x="1084256" y="761793"/>
                    </a:cubicBezTo>
                    <a:cubicBezTo>
                      <a:pt x="1069030" y="773220"/>
                      <a:pt x="1057613" y="780838"/>
                      <a:pt x="1042387" y="788456"/>
                    </a:cubicBezTo>
                    <a:cubicBezTo>
                      <a:pt x="1034774" y="788456"/>
                      <a:pt x="1023356" y="784647"/>
                      <a:pt x="1019550" y="780838"/>
                    </a:cubicBezTo>
                    <a:cubicBezTo>
                      <a:pt x="1015743" y="773220"/>
                      <a:pt x="1019550" y="761793"/>
                      <a:pt x="1027162" y="757984"/>
                    </a:cubicBezTo>
                    <a:cubicBezTo>
                      <a:pt x="1030968" y="750366"/>
                      <a:pt x="1038581" y="742748"/>
                      <a:pt x="1042387" y="742748"/>
                    </a:cubicBezTo>
                    <a:cubicBezTo>
                      <a:pt x="1008131" y="735130"/>
                      <a:pt x="973877" y="727512"/>
                      <a:pt x="939619" y="719894"/>
                    </a:cubicBezTo>
                    <a:cubicBezTo>
                      <a:pt x="932007" y="716086"/>
                      <a:pt x="928201" y="704659"/>
                      <a:pt x="924394" y="700850"/>
                    </a:cubicBezTo>
                    <a:cubicBezTo>
                      <a:pt x="928201" y="697041"/>
                      <a:pt x="935813" y="689423"/>
                      <a:pt x="943425" y="689423"/>
                    </a:cubicBezTo>
                    <a:cubicBezTo>
                      <a:pt x="970070" y="685614"/>
                      <a:pt x="992907" y="681805"/>
                      <a:pt x="1015743" y="677996"/>
                    </a:cubicBezTo>
                    <a:cubicBezTo>
                      <a:pt x="1015743" y="662760"/>
                      <a:pt x="1015743" y="643715"/>
                      <a:pt x="1023356" y="643715"/>
                    </a:cubicBezTo>
                    <a:cubicBezTo>
                      <a:pt x="1030968" y="639906"/>
                      <a:pt x="1046193" y="643715"/>
                      <a:pt x="1053805" y="647524"/>
                    </a:cubicBezTo>
                    <a:cubicBezTo>
                      <a:pt x="1065224" y="651333"/>
                      <a:pt x="1069030" y="658951"/>
                      <a:pt x="1076644" y="662760"/>
                    </a:cubicBezTo>
                    <a:cubicBezTo>
                      <a:pt x="1114705" y="681805"/>
                      <a:pt x="1148961" y="697041"/>
                      <a:pt x="1183217" y="716086"/>
                    </a:cubicBezTo>
                    <a:cubicBezTo>
                      <a:pt x="1187023" y="712277"/>
                      <a:pt x="1187023" y="712277"/>
                      <a:pt x="1187023" y="708468"/>
                    </a:cubicBezTo>
                    <a:cubicBezTo>
                      <a:pt x="1175605" y="697041"/>
                      <a:pt x="1164185" y="685614"/>
                      <a:pt x="1148961" y="674187"/>
                    </a:cubicBezTo>
                    <a:cubicBezTo>
                      <a:pt x="1171799" y="655142"/>
                      <a:pt x="1190830" y="666569"/>
                      <a:pt x="1206054" y="677996"/>
                    </a:cubicBezTo>
                    <a:cubicBezTo>
                      <a:pt x="1259340" y="719894"/>
                      <a:pt x="1324046" y="716086"/>
                      <a:pt x="1384946" y="704659"/>
                    </a:cubicBezTo>
                    <a:cubicBezTo>
                      <a:pt x="1407783" y="704659"/>
                      <a:pt x="1415395" y="693232"/>
                      <a:pt x="1403977" y="674187"/>
                    </a:cubicBezTo>
                    <a:cubicBezTo>
                      <a:pt x="1400170" y="666569"/>
                      <a:pt x="1396364" y="655142"/>
                      <a:pt x="1388752" y="643715"/>
                    </a:cubicBezTo>
                    <a:cubicBezTo>
                      <a:pt x="1381140" y="677996"/>
                      <a:pt x="1354496" y="681805"/>
                      <a:pt x="1331658" y="681805"/>
                    </a:cubicBezTo>
                    <a:cubicBezTo>
                      <a:pt x="1327852" y="681805"/>
                      <a:pt x="1324046" y="658951"/>
                      <a:pt x="1320240" y="651333"/>
                    </a:cubicBezTo>
                    <a:cubicBezTo>
                      <a:pt x="1305015" y="655142"/>
                      <a:pt x="1285985" y="655142"/>
                      <a:pt x="1270761" y="658951"/>
                    </a:cubicBezTo>
                    <a:cubicBezTo>
                      <a:pt x="1266954" y="655142"/>
                      <a:pt x="1266954" y="651333"/>
                      <a:pt x="1266954" y="647524"/>
                    </a:cubicBezTo>
                    <a:cubicBezTo>
                      <a:pt x="1278373" y="636097"/>
                      <a:pt x="1285985" y="624670"/>
                      <a:pt x="1297403" y="613243"/>
                    </a:cubicBezTo>
                    <a:cubicBezTo>
                      <a:pt x="1285985" y="613243"/>
                      <a:pt x="1274567" y="617052"/>
                      <a:pt x="1263148" y="620861"/>
                    </a:cubicBezTo>
                    <a:cubicBezTo>
                      <a:pt x="1255534" y="620861"/>
                      <a:pt x="1240309" y="628479"/>
                      <a:pt x="1232697" y="624670"/>
                    </a:cubicBezTo>
                    <a:cubicBezTo>
                      <a:pt x="1213666" y="605626"/>
                      <a:pt x="1190830" y="609435"/>
                      <a:pt x="1167993" y="613243"/>
                    </a:cubicBezTo>
                    <a:cubicBezTo>
                      <a:pt x="1156573" y="613243"/>
                      <a:pt x="1145154" y="601817"/>
                      <a:pt x="1133736" y="594199"/>
                    </a:cubicBezTo>
                    <a:cubicBezTo>
                      <a:pt x="1141348" y="586581"/>
                      <a:pt x="1148961" y="578963"/>
                      <a:pt x="1156573" y="575154"/>
                    </a:cubicBezTo>
                    <a:cubicBezTo>
                      <a:pt x="1171799" y="567536"/>
                      <a:pt x="1187023" y="563727"/>
                      <a:pt x="1206054" y="559918"/>
                    </a:cubicBezTo>
                    <a:cubicBezTo>
                      <a:pt x="1175605" y="540873"/>
                      <a:pt x="1171799" y="498975"/>
                      <a:pt x="1129929" y="498975"/>
                    </a:cubicBezTo>
                    <a:cubicBezTo>
                      <a:pt x="1118511" y="498975"/>
                      <a:pt x="1122317" y="483739"/>
                      <a:pt x="1133736" y="476121"/>
                    </a:cubicBezTo>
                    <a:cubicBezTo>
                      <a:pt x="1141348" y="472312"/>
                      <a:pt x="1152767" y="468503"/>
                      <a:pt x="1164185" y="464694"/>
                    </a:cubicBezTo>
                    <a:cubicBezTo>
                      <a:pt x="1141348" y="445649"/>
                      <a:pt x="1110898" y="434222"/>
                      <a:pt x="1126123" y="388515"/>
                    </a:cubicBezTo>
                    <a:cubicBezTo>
                      <a:pt x="1160379" y="407559"/>
                      <a:pt x="1190830" y="426604"/>
                      <a:pt x="1217472" y="441840"/>
                    </a:cubicBezTo>
                    <a:cubicBezTo>
                      <a:pt x="1236503" y="453267"/>
                      <a:pt x="1255534" y="472312"/>
                      <a:pt x="1278373" y="441840"/>
                    </a:cubicBezTo>
                    <a:cubicBezTo>
                      <a:pt x="1278373" y="438031"/>
                      <a:pt x="1289791" y="438031"/>
                      <a:pt x="1297403" y="434222"/>
                    </a:cubicBezTo>
                    <a:cubicBezTo>
                      <a:pt x="1282179" y="411368"/>
                      <a:pt x="1247922" y="399941"/>
                      <a:pt x="1259340" y="358043"/>
                    </a:cubicBezTo>
                    <a:cubicBezTo>
                      <a:pt x="1282179" y="369470"/>
                      <a:pt x="1297403" y="377088"/>
                      <a:pt x="1324046" y="388515"/>
                    </a:cubicBezTo>
                    <a:cubicBezTo>
                      <a:pt x="1320240" y="365661"/>
                      <a:pt x="1320240" y="350425"/>
                      <a:pt x="1320240" y="335189"/>
                    </a:cubicBezTo>
                    <a:cubicBezTo>
                      <a:pt x="1316434" y="338998"/>
                      <a:pt x="1316434" y="342807"/>
                      <a:pt x="1312627" y="342807"/>
                    </a:cubicBezTo>
                    <a:cubicBezTo>
                      <a:pt x="1297403" y="342807"/>
                      <a:pt x="1274567" y="346616"/>
                      <a:pt x="1266954" y="338998"/>
                    </a:cubicBezTo>
                    <a:cubicBezTo>
                      <a:pt x="1247922" y="312335"/>
                      <a:pt x="1282179" y="312335"/>
                      <a:pt x="1289791" y="297100"/>
                    </a:cubicBezTo>
                    <a:cubicBezTo>
                      <a:pt x="1274567" y="274246"/>
                      <a:pt x="1255534" y="251392"/>
                      <a:pt x="1240309" y="224729"/>
                    </a:cubicBezTo>
                    <a:cubicBezTo>
                      <a:pt x="1236503" y="217111"/>
                      <a:pt x="1240309" y="205684"/>
                      <a:pt x="1240309" y="194257"/>
                    </a:cubicBezTo>
                    <a:cubicBezTo>
                      <a:pt x="1247922" y="198066"/>
                      <a:pt x="1259340" y="198066"/>
                      <a:pt x="1266954" y="201875"/>
                    </a:cubicBezTo>
                    <a:cubicBezTo>
                      <a:pt x="1282179" y="209493"/>
                      <a:pt x="1297403" y="217111"/>
                      <a:pt x="1305015" y="220920"/>
                    </a:cubicBezTo>
                    <a:cubicBezTo>
                      <a:pt x="1316434" y="205684"/>
                      <a:pt x="1324046" y="198066"/>
                      <a:pt x="1331658" y="186639"/>
                    </a:cubicBezTo>
                    <a:cubicBezTo>
                      <a:pt x="1339271" y="198066"/>
                      <a:pt x="1346883" y="209493"/>
                      <a:pt x="1354496" y="220920"/>
                    </a:cubicBezTo>
                    <a:cubicBezTo>
                      <a:pt x="1354496" y="224729"/>
                      <a:pt x="1354496" y="232347"/>
                      <a:pt x="1354496" y="236156"/>
                    </a:cubicBezTo>
                    <a:cubicBezTo>
                      <a:pt x="1362108" y="259010"/>
                      <a:pt x="1373528" y="285673"/>
                      <a:pt x="1381140" y="308526"/>
                    </a:cubicBezTo>
                    <a:cubicBezTo>
                      <a:pt x="1388752" y="300909"/>
                      <a:pt x="1392558" y="297100"/>
                      <a:pt x="1392558" y="289482"/>
                    </a:cubicBezTo>
                    <a:cubicBezTo>
                      <a:pt x="1396364" y="243774"/>
                      <a:pt x="1384946" y="201875"/>
                      <a:pt x="1354496" y="167595"/>
                    </a:cubicBezTo>
                    <a:cubicBezTo>
                      <a:pt x="1335465" y="148550"/>
                      <a:pt x="1312627" y="129505"/>
                      <a:pt x="1324046" y="87606"/>
                    </a:cubicBezTo>
                    <a:cubicBezTo>
                      <a:pt x="1346883" y="114269"/>
                      <a:pt x="1369720" y="133314"/>
                      <a:pt x="1392558" y="156168"/>
                    </a:cubicBezTo>
                    <a:cubicBezTo>
                      <a:pt x="1392558" y="152359"/>
                      <a:pt x="1396364" y="152359"/>
                      <a:pt x="1396364" y="152359"/>
                    </a:cubicBezTo>
                    <a:cubicBezTo>
                      <a:pt x="1396364" y="102842"/>
                      <a:pt x="1396364" y="53326"/>
                      <a:pt x="1396364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3" name="Freeform 2532"/>
              <p:cNvSpPr/>
              <p:nvPr/>
            </p:nvSpPr>
            <p:spPr>
              <a:xfrm>
                <a:off x="6096000" y="4274408"/>
                <a:ext cx="2032000" cy="2583592"/>
              </a:xfrm>
              <a:custGeom>
                <a:avLst/>
                <a:gdLst>
                  <a:gd name="connsiteX0" fmla="*/ 1954011 w 2032000"/>
                  <a:gd name="connsiteY0" fmla="*/ 1161 h 2583592"/>
                  <a:gd name="connsiteX1" fmla="*/ 1975421 w 2032000"/>
                  <a:gd name="connsiteY1" fmla="*/ 32108 h 2583592"/>
                  <a:gd name="connsiteX2" fmla="*/ 2020381 w 2032000"/>
                  <a:gd name="connsiteY2" fmla="*/ 184765 h 2583592"/>
                  <a:gd name="connsiteX3" fmla="*/ 2032000 w 2032000"/>
                  <a:gd name="connsiteY3" fmla="*/ 207169 h 2583592"/>
                  <a:gd name="connsiteX4" fmla="*/ 2032000 w 2032000"/>
                  <a:gd name="connsiteY4" fmla="*/ 2583592 h 2583592"/>
                  <a:gd name="connsiteX5" fmla="*/ 0 w 2032000"/>
                  <a:gd name="connsiteY5" fmla="*/ 2583592 h 2583592"/>
                  <a:gd name="connsiteX6" fmla="*/ 0 w 2032000"/>
                  <a:gd name="connsiteY6" fmla="*/ 113234 h 2583592"/>
                  <a:gd name="connsiteX7" fmla="*/ 3628 w 2032000"/>
                  <a:gd name="connsiteY7" fmla="*/ 116501 h 2583592"/>
                  <a:gd name="connsiteX8" fmla="*/ 26644 w 2032000"/>
                  <a:gd name="connsiteY8" fmla="*/ 222557 h 2583592"/>
                  <a:gd name="connsiteX9" fmla="*/ 102768 w 2032000"/>
                  <a:gd name="connsiteY9" fmla="*/ 169231 h 2583592"/>
                  <a:gd name="connsiteX10" fmla="*/ 22837 w 2032000"/>
                  <a:gd name="connsiteY10" fmla="*/ 367297 h 2583592"/>
                  <a:gd name="connsiteX11" fmla="*/ 87543 w 2032000"/>
                  <a:gd name="connsiteY11" fmla="*/ 268264 h 2583592"/>
                  <a:gd name="connsiteX12" fmla="*/ 95155 w 2032000"/>
                  <a:gd name="connsiteY12" fmla="*/ 272073 h 2583592"/>
                  <a:gd name="connsiteX13" fmla="*/ 98962 w 2032000"/>
                  <a:gd name="connsiteY13" fmla="*/ 298736 h 2583592"/>
                  <a:gd name="connsiteX14" fmla="*/ 186504 w 2032000"/>
                  <a:gd name="connsiteY14" fmla="*/ 260646 h 2583592"/>
                  <a:gd name="connsiteX15" fmla="*/ 194117 w 2032000"/>
                  <a:gd name="connsiteY15" fmla="*/ 272073 h 2583592"/>
                  <a:gd name="connsiteX16" fmla="*/ 140830 w 2032000"/>
                  <a:gd name="connsiteY16" fmla="*/ 317781 h 2583592"/>
                  <a:gd name="connsiteX17" fmla="*/ 205535 w 2032000"/>
                  <a:gd name="connsiteY17" fmla="*/ 355870 h 2583592"/>
                  <a:gd name="connsiteX18" fmla="*/ 79931 w 2032000"/>
                  <a:gd name="connsiteY18" fmla="*/ 367297 h 2583592"/>
                  <a:gd name="connsiteX19" fmla="*/ 167473 w 2032000"/>
                  <a:gd name="connsiteY19" fmla="*/ 435859 h 2583592"/>
                  <a:gd name="connsiteX20" fmla="*/ 148442 w 2032000"/>
                  <a:gd name="connsiteY20" fmla="*/ 439668 h 2583592"/>
                  <a:gd name="connsiteX21" fmla="*/ 87543 w 2032000"/>
                  <a:gd name="connsiteY21" fmla="*/ 458712 h 2583592"/>
                  <a:gd name="connsiteX22" fmla="*/ 68512 w 2032000"/>
                  <a:gd name="connsiteY22" fmla="*/ 451094 h 2583592"/>
                  <a:gd name="connsiteX23" fmla="*/ 68512 w 2032000"/>
                  <a:gd name="connsiteY23" fmla="*/ 428241 h 2583592"/>
                  <a:gd name="connsiteX24" fmla="*/ 19031 w 2032000"/>
                  <a:gd name="connsiteY24" fmla="*/ 492993 h 2583592"/>
                  <a:gd name="connsiteX25" fmla="*/ 30450 w 2032000"/>
                  <a:gd name="connsiteY25" fmla="*/ 580599 h 2583592"/>
                  <a:gd name="connsiteX26" fmla="*/ 34256 w 2032000"/>
                  <a:gd name="connsiteY26" fmla="*/ 614880 h 2583592"/>
                  <a:gd name="connsiteX27" fmla="*/ 140830 w 2032000"/>
                  <a:gd name="connsiteY27" fmla="*/ 512038 h 2583592"/>
                  <a:gd name="connsiteX28" fmla="*/ 182698 w 2032000"/>
                  <a:gd name="connsiteY28" fmla="*/ 435859 h 2583592"/>
                  <a:gd name="connsiteX29" fmla="*/ 216954 w 2032000"/>
                  <a:gd name="connsiteY29" fmla="*/ 466330 h 2583592"/>
                  <a:gd name="connsiteX30" fmla="*/ 262628 w 2032000"/>
                  <a:gd name="connsiteY30" fmla="*/ 424432 h 2583592"/>
                  <a:gd name="connsiteX31" fmla="*/ 285466 w 2032000"/>
                  <a:gd name="connsiteY31" fmla="*/ 420623 h 2583592"/>
                  <a:gd name="connsiteX32" fmla="*/ 285466 w 2032000"/>
                  <a:gd name="connsiteY32" fmla="*/ 443476 h 2583592"/>
                  <a:gd name="connsiteX33" fmla="*/ 258822 w 2032000"/>
                  <a:gd name="connsiteY33" fmla="*/ 489184 h 2583592"/>
                  <a:gd name="connsiteX34" fmla="*/ 323528 w 2032000"/>
                  <a:gd name="connsiteY34" fmla="*/ 500611 h 2583592"/>
                  <a:gd name="connsiteX35" fmla="*/ 255016 w 2032000"/>
                  <a:gd name="connsiteY35" fmla="*/ 565363 h 2583592"/>
                  <a:gd name="connsiteX36" fmla="*/ 258822 w 2032000"/>
                  <a:gd name="connsiteY36" fmla="*/ 572981 h 2583592"/>
                  <a:gd name="connsiteX37" fmla="*/ 308303 w 2032000"/>
                  <a:gd name="connsiteY37" fmla="*/ 588217 h 2583592"/>
                  <a:gd name="connsiteX38" fmla="*/ 319722 w 2032000"/>
                  <a:gd name="connsiteY38" fmla="*/ 603453 h 2583592"/>
                  <a:gd name="connsiteX39" fmla="*/ 308303 w 2032000"/>
                  <a:gd name="connsiteY39" fmla="*/ 614880 h 2583592"/>
                  <a:gd name="connsiteX40" fmla="*/ 247404 w 2032000"/>
                  <a:gd name="connsiteY40" fmla="*/ 656778 h 2583592"/>
                  <a:gd name="connsiteX41" fmla="*/ 201729 w 2032000"/>
                  <a:gd name="connsiteY41" fmla="*/ 675823 h 2583592"/>
                  <a:gd name="connsiteX42" fmla="*/ 285466 w 2032000"/>
                  <a:gd name="connsiteY42" fmla="*/ 694868 h 2583592"/>
                  <a:gd name="connsiteX43" fmla="*/ 285466 w 2032000"/>
                  <a:gd name="connsiteY43" fmla="*/ 706295 h 2583592"/>
                  <a:gd name="connsiteX44" fmla="*/ 228373 w 2032000"/>
                  <a:gd name="connsiteY44" fmla="*/ 732958 h 2583592"/>
                  <a:gd name="connsiteX45" fmla="*/ 235985 w 2032000"/>
                  <a:gd name="connsiteY45" fmla="*/ 752003 h 2583592"/>
                  <a:gd name="connsiteX46" fmla="*/ 197923 w 2032000"/>
                  <a:gd name="connsiteY46" fmla="*/ 771047 h 2583592"/>
                  <a:gd name="connsiteX47" fmla="*/ 201729 w 2032000"/>
                  <a:gd name="connsiteY47" fmla="*/ 782474 h 2583592"/>
                  <a:gd name="connsiteX48" fmla="*/ 251210 w 2032000"/>
                  <a:gd name="connsiteY48" fmla="*/ 763429 h 2583592"/>
                  <a:gd name="connsiteX49" fmla="*/ 300691 w 2032000"/>
                  <a:gd name="connsiteY49" fmla="*/ 763429 h 2583592"/>
                  <a:gd name="connsiteX50" fmla="*/ 296884 w 2032000"/>
                  <a:gd name="connsiteY50" fmla="*/ 797710 h 2583592"/>
                  <a:gd name="connsiteX51" fmla="*/ 433908 w 2032000"/>
                  <a:gd name="connsiteY51" fmla="*/ 870080 h 2583592"/>
                  <a:gd name="connsiteX52" fmla="*/ 312109 w 2032000"/>
                  <a:gd name="connsiteY52" fmla="*/ 889125 h 2583592"/>
                  <a:gd name="connsiteX53" fmla="*/ 296884 w 2032000"/>
                  <a:gd name="connsiteY53" fmla="*/ 915788 h 2583592"/>
                  <a:gd name="connsiteX54" fmla="*/ 262628 w 2032000"/>
                  <a:gd name="connsiteY54" fmla="*/ 927215 h 2583592"/>
                  <a:gd name="connsiteX55" fmla="*/ 209342 w 2032000"/>
                  <a:gd name="connsiteY55" fmla="*/ 870080 h 2583592"/>
                  <a:gd name="connsiteX56" fmla="*/ 186504 w 2032000"/>
                  <a:gd name="connsiteY56" fmla="*/ 885316 h 2583592"/>
                  <a:gd name="connsiteX57" fmla="*/ 197923 w 2032000"/>
                  <a:gd name="connsiteY57" fmla="*/ 919597 h 2583592"/>
                  <a:gd name="connsiteX58" fmla="*/ 125605 w 2032000"/>
                  <a:gd name="connsiteY58" fmla="*/ 873889 h 2583592"/>
                  <a:gd name="connsiteX59" fmla="*/ 117993 w 2032000"/>
                  <a:gd name="connsiteY59" fmla="*/ 889125 h 2583592"/>
                  <a:gd name="connsiteX60" fmla="*/ 98962 w 2032000"/>
                  <a:gd name="connsiteY60" fmla="*/ 915788 h 2583592"/>
                  <a:gd name="connsiteX61" fmla="*/ 76124 w 2032000"/>
                  <a:gd name="connsiteY61" fmla="*/ 896743 h 2583592"/>
                  <a:gd name="connsiteX62" fmla="*/ 57093 w 2032000"/>
                  <a:gd name="connsiteY62" fmla="*/ 839609 h 2583592"/>
                  <a:gd name="connsiteX63" fmla="*/ 53287 w 2032000"/>
                  <a:gd name="connsiteY63" fmla="*/ 820564 h 2583592"/>
                  <a:gd name="connsiteX64" fmla="*/ 38062 w 2032000"/>
                  <a:gd name="connsiteY64" fmla="*/ 824373 h 2583592"/>
                  <a:gd name="connsiteX65" fmla="*/ 60900 w 2032000"/>
                  <a:gd name="connsiteY65" fmla="*/ 896743 h 2583592"/>
                  <a:gd name="connsiteX66" fmla="*/ 178892 w 2032000"/>
                  <a:gd name="connsiteY66" fmla="*/ 942451 h 2583592"/>
                  <a:gd name="connsiteX67" fmla="*/ 156055 w 2032000"/>
                  <a:gd name="connsiteY67" fmla="*/ 976732 h 2583592"/>
                  <a:gd name="connsiteX68" fmla="*/ 239791 w 2032000"/>
                  <a:gd name="connsiteY68" fmla="*/ 988158 h 2583592"/>
                  <a:gd name="connsiteX69" fmla="*/ 319722 w 2032000"/>
                  <a:gd name="connsiteY69" fmla="*/ 942451 h 2583592"/>
                  <a:gd name="connsiteX70" fmla="*/ 323528 w 2032000"/>
                  <a:gd name="connsiteY70" fmla="*/ 972923 h 2583592"/>
                  <a:gd name="connsiteX71" fmla="*/ 361590 w 2032000"/>
                  <a:gd name="connsiteY71" fmla="*/ 965305 h 2583592"/>
                  <a:gd name="connsiteX72" fmla="*/ 392039 w 2032000"/>
                  <a:gd name="connsiteY72" fmla="*/ 1014821 h 2583592"/>
                  <a:gd name="connsiteX73" fmla="*/ 414877 w 2032000"/>
                  <a:gd name="connsiteY73" fmla="*/ 1003394 h 2583592"/>
                  <a:gd name="connsiteX74" fmla="*/ 426295 w 2032000"/>
                  <a:gd name="connsiteY74" fmla="*/ 957687 h 2583592"/>
                  <a:gd name="connsiteX75" fmla="*/ 487195 w 2032000"/>
                  <a:gd name="connsiteY75" fmla="*/ 946260 h 2583592"/>
                  <a:gd name="connsiteX76" fmla="*/ 502419 w 2032000"/>
                  <a:gd name="connsiteY76" fmla="*/ 984349 h 2583592"/>
                  <a:gd name="connsiteX77" fmla="*/ 548094 w 2032000"/>
                  <a:gd name="connsiteY77" fmla="*/ 950069 h 2583592"/>
                  <a:gd name="connsiteX78" fmla="*/ 589962 w 2032000"/>
                  <a:gd name="connsiteY78" fmla="*/ 908170 h 2583592"/>
                  <a:gd name="connsiteX79" fmla="*/ 605187 w 2032000"/>
                  <a:gd name="connsiteY79" fmla="*/ 904361 h 2583592"/>
                  <a:gd name="connsiteX80" fmla="*/ 643249 w 2032000"/>
                  <a:gd name="connsiteY80" fmla="*/ 866272 h 2583592"/>
                  <a:gd name="connsiteX81" fmla="*/ 666086 w 2032000"/>
                  <a:gd name="connsiteY81" fmla="*/ 843418 h 2583592"/>
                  <a:gd name="connsiteX82" fmla="*/ 643249 w 2032000"/>
                  <a:gd name="connsiteY82" fmla="*/ 763429 h 2583592"/>
                  <a:gd name="connsiteX83" fmla="*/ 704148 w 2032000"/>
                  <a:gd name="connsiteY83" fmla="*/ 725340 h 2583592"/>
                  <a:gd name="connsiteX84" fmla="*/ 715567 w 2032000"/>
                  <a:gd name="connsiteY84" fmla="*/ 732958 h 2583592"/>
                  <a:gd name="connsiteX85" fmla="*/ 765048 w 2032000"/>
                  <a:gd name="connsiteY85" fmla="*/ 607262 h 2583592"/>
                  <a:gd name="connsiteX86" fmla="*/ 795497 w 2032000"/>
                  <a:gd name="connsiteY86" fmla="*/ 652970 h 2583592"/>
                  <a:gd name="connsiteX87" fmla="*/ 837366 w 2032000"/>
                  <a:gd name="connsiteY87" fmla="*/ 611071 h 2583592"/>
                  <a:gd name="connsiteX88" fmla="*/ 825947 w 2032000"/>
                  <a:gd name="connsiteY88" fmla="*/ 607262 h 2583592"/>
                  <a:gd name="connsiteX89" fmla="*/ 822141 w 2032000"/>
                  <a:gd name="connsiteY89" fmla="*/ 557745 h 2583592"/>
                  <a:gd name="connsiteX90" fmla="*/ 890652 w 2032000"/>
                  <a:gd name="connsiteY90" fmla="*/ 557745 h 2583592"/>
                  <a:gd name="connsiteX91" fmla="*/ 905877 w 2032000"/>
                  <a:gd name="connsiteY91" fmla="*/ 508229 h 2583592"/>
                  <a:gd name="connsiteX92" fmla="*/ 974389 w 2032000"/>
                  <a:gd name="connsiteY92" fmla="*/ 534892 h 2583592"/>
                  <a:gd name="connsiteX93" fmla="*/ 1012451 w 2032000"/>
                  <a:gd name="connsiteY93" fmla="*/ 523465 h 2583592"/>
                  <a:gd name="connsiteX94" fmla="*/ 1020063 w 2032000"/>
                  <a:gd name="connsiteY94" fmla="*/ 534892 h 2583592"/>
                  <a:gd name="connsiteX95" fmla="*/ 982001 w 2032000"/>
                  <a:gd name="connsiteY95" fmla="*/ 595835 h 2583592"/>
                  <a:gd name="connsiteX96" fmla="*/ 1023870 w 2032000"/>
                  <a:gd name="connsiteY96" fmla="*/ 599644 h 2583592"/>
                  <a:gd name="connsiteX97" fmla="*/ 1111412 w 2032000"/>
                  <a:gd name="connsiteY97" fmla="*/ 645352 h 2583592"/>
                  <a:gd name="connsiteX98" fmla="*/ 1103800 w 2032000"/>
                  <a:gd name="connsiteY98" fmla="*/ 652970 h 2583592"/>
                  <a:gd name="connsiteX99" fmla="*/ 1096188 w 2032000"/>
                  <a:gd name="connsiteY99" fmla="*/ 706295 h 2583592"/>
                  <a:gd name="connsiteX100" fmla="*/ 1111412 w 2032000"/>
                  <a:gd name="connsiteY100" fmla="*/ 702486 h 2583592"/>
                  <a:gd name="connsiteX101" fmla="*/ 1210374 w 2032000"/>
                  <a:gd name="connsiteY101" fmla="*/ 870080 h 2583592"/>
                  <a:gd name="connsiteX102" fmla="*/ 1202761 w 2032000"/>
                  <a:gd name="connsiteY102" fmla="*/ 877698 h 2583592"/>
                  <a:gd name="connsiteX103" fmla="*/ 1119025 w 2032000"/>
                  <a:gd name="connsiteY103" fmla="*/ 854845 h 2583592"/>
                  <a:gd name="connsiteX104" fmla="*/ 1111412 w 2032000"/>
                  <a:gd name="connsiteY104" fmla="*/ 877698 h 2583592"/>
                  <a:gd name="connsiteX105" fmla="*/ 1164699 w 2032000"/>
                  <a:gd name="connsiteY105" fmla="*/ 915788 h 2583592"/>
                  <a:gd name="connsiteX106" fmla="*/ 1248436 w 2032000"/>
                  <a:gd name="connsiteY106" fmla="*/ 919597 h 2583592"/>
                  <a:gd name="connsiteX107" fmla="*/ 1214180 w 2032000"/>
                  <a:gd name="connsiteY107" fmla="*/ 984349 h 2583592"/>
                  <a:gd name="connsiteX108" fmla="*/ 1191343 w 2032000"/>
                  <a:gd name="connsiteY108" fmla="*/ 1018630 h 2583592"/>
                  <a:gd name="connsiteX109" fmla="*/ 1176118 w 2032000"/>
                  <a:gd name="connsiteY109" fmla="*/ 1041484 h 2583592"/>
                  <a:gd name="connsiteX110" fmla="*/ 1176118 w 2032000"/>
                  <a:gd name="connsiteY110" fmla="*/ 1117663 h 2583592"/>
                  <a:gd name="connsiteX111" fmla="*/ 1214180 w 2032000"/>
                  <a:gd name="connsiteY111" fmla="*/ 1083383 h 2583592"/>
                  <a:gd name="connsiteX112" fmla="*/ 1275079 w 2032000"/>
                  <a:gd name="connsiteY112" fmla="*/ 1140517 h 2583592"/>
                  <a:gd name="connsiteX113" fmla="*/ 1313141 w 2032000"/>
                  <a:gd name="connsiteY113" fmla="*/ 1094809 h 2583592"/>
                  <a:gd name="connsiteX114" fmla="*/ 1343591 w 2032000"/>
                  <a:gd name="connsiteY114" fmla="*/ 1170989 h 2583592"/>
                  <a:gd name="connsiteX115" fmla="*/ 1385459 w 2032000"/>
                  <a:gd name="connsiteY115" fmla="*/ 1136708 h 2583592"/>
                  <a:gd name="connsiteX116" fmla="*/ 1469195 w 2032000"/>
                  <a:gd name="connsiteY116" fmla="*/ 1163371 h 2583592"/>
                  <a:gd name="connsiteX117" fmla="*/ 1514870 w 2032000"/>
                  <a:gd name="connsiteY117" fmla="*/ 1110045 h 2583592"/>
                  <a:gd name="connsiteX118" fmla="*/ 1412102 w 2032000"/>
                  <a:gd name="connsiteY118" fmla="*/ 1060529 h 2583592"/>
                  <a:gd name="connsiteX119" fmla="*/ 1412102 w 2032000"/>
                  <a:gd name="connsiteY119" fmla="*/ 1049102 h 2583592"/>
                  <a:gd name="connsiteX120" fmla="*/ 1473002 w 2032000"/>
                  <a:gd name="connsiteY120" fmla="*/ 1033866 h 2583592"/>
                  <a:gd name="connsiteX121" fmla="*/ 1492033 w 2032000"/>
                  <a:gd name="connsiteY121" fmla="*/ 877698 h 2583592"/>
                  <a:gd name="connsiteX122" fmla="*/ 1514870 w 2032000"/>
                  <a:gd name="connsiteY122" fmla="*/ 942451 h 2583592"/>
                  <a:gd name="connsiteX123" fmla="*/ 1556738 w 2032000"/>
                  <a:gd name="connsiteY123" fmla="*/ 877698 h 2583592"/>
                  <a:gd name="connsiteX124" fmla="*/ 1648087 w 2032000"/>
                  <a:gd name="connsiteY124" fmla="*/ 862463 h 2583592"/>
                  <a:gd name="connsiteX125" fmla="*/ 1556738 w 2032000"/>
                  <a:gd name="connsiteY125" fmla="*/ 862463 h 2583592"/>
                  <a:gd name="connsiteX126" fmla="*/ 1552932 w 2032000"/>
                  <a:gd name="connsiteY126" fmla="*/ 851036 h 2583592"/>
                  <a:gd name="connsiteX127" fmla="*/ 1583382 w 2032000"/>
                  <a:gd name="connsiteY127" fmla="*/ 831991 h 2583592"/>
                  <a:gd name="connsiteX128" fmla="*/ 1541513 w 2032000"/>
                  <a:gd name="connsiteY128" fmla="*/ 809137 h 2583592"/>
                  <a:gd name="connsiteX129" fmla="*/ 1545320 w 2032000"/>
                  <a:gd name="connsiteY129" fmla="*/ 797710 h 2583592"/>
                  <a:gd name="connsiteX130" fmla="*/ 1632862 w 2032000"/>
                  <a:gd name="connsiteY130" fmla="*/ 805328 h 2583592"/>
                  <a:gd name="connsiteX131" fmla="*/ 1636668 w 2032000"/>
                  <a:gd name="connsiteY131" fmla="*/ 793901 h 2583592"/>
                  <a:gd name="connsiteX132" fmla="*/ 1526289 w 2032000"/>
                  <a:gd name="connsiteY132" fmla="*/ 652970 h 2583592"/>
                  <a:gd name="connsiteX133" fmla="*/ 1579575 w 2032000"/>
                  <a:gd name="connsiteY133" fmla="*/ 683441 h 2583592"/>
                  <a:gd name="connsiteX134" fmla="*/ 1568157 w 2032000"/>
                  <a:gd name="connsiteY134" fmla="*/ 595835 h 2583592"/>
                  <a:gd name="connsiteX135" fmla="*/ 1667118 w 2032000"/>
                  <a:gd name="connsiteY135" fmla="*/ 630116 h 2583592"/>
                  <a:gd name="connsiteX136" fmla="*/ 1678537 w 2032000"/>
                  <a:gd name="connsiteY136" fmla="*/ 622498 h 2583592"/>
                  <a:gd name="connsiteX137" fmla="*/ 1632862 w 2032000"/>
                  <a:gd name="connsiteY137" fmla="*/ 546319 h 2583592"/>
                  <a:gd name="connsiteX138" fmla="*/ 1640475 w 2032000"/>
                  <a:gd name="connsiteY138" fmla="*/ 420623 h 2583592"/>
                  <a:gd name="connsiteX139" fmla="*/ 1651893 w 2032000"/>
                  <a:gd name="connsiteY139" fmla="*/ 416814 h 2583592"/>
                  <a:gd name="connsiteX140" fmla="*/ 1686149 w 2032000"/>
                  <a:gd name="connsiteY140" fmla="*/ 504420 h 2583592"/>
                  <a:gd name="connsiteX141" fmla="*/ 1716599 w 2032000"/>
                  <a:gd name="connsiteY141" fmla="*/ 458712 h 2583592"/>
                  <a:gd name="connsiteX142" fmla="*/ 1728017 w 2032000"/>
                  <a:gd name="connsiteY142" fmla="*/ 298736 h 2583592"/>
                  <a:gd name="connsiteX143" fmla="*/ 1747048 w 2032000"/>
                  <a:gd name="connsiteY143" fmla="*/ 294927 h 2583592"/>
                  <a:gd name="connsiteX144" fmla="*/ 1766079 w 2032000"/>
                  <a:gd name="connsiteY144" fmla="*/ 359679 h 2583592"/>
                  <a:gd name="connsiteX145" fmla="*/ 1807948 w 2032000"/>
                  <a:gd name="connsiteY145" fmla="*/ 359679 h 2583592"/>
                  <a:gd name="connsiteX146" fmla="*/ 1777498 w 2032000"/>
                  <a:gd name="connsiteY146" fmla="*/ 253028 h 2583592"/>
                  <a:gd name="connsiteX147" fmla="*/ 1747048 w 2032000"/>
                  <a:gd name="connsiteY147" fmla="*/ 222557 h 2583592"/>
                  <a:gd name="connsiteX148" fmla="*/ 1872653 w 2032000"/>
                  <a:gd name="connsiteY148" fmla="*/ 77816 h 2583592"/>
                  <a:gd name="connsiteX149" fmla="*/ 1918328 w 2032000"/>
                  <a:gd name="connsiteY149" fmla="*/ 13064 h 2583592"/>
                  <a:gd name="connsiteX150" fmla="*/ 1954011 w 2032000"/>
                  <a:gd name="connsiteY150" fmla="*/ 1161 h 2583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</a:cxnLst>
                <a:rect l="l" t="t" r="r" b="b"/>
                <a:pathLst>
                  <a:path w="2032000" h="2583592">
                    <a:moveTo>
                      <a:pt x="1954011" y="1161"/>
                    </a:moveTo>
                    <a:cubicBezTo>
                      <a:pt x="1964002" y="4494"/>
                      <a:pt x="1971615" y="14968"/>
                      <a:pt x="1975421" y="32108"/>
                    </a:cubicBezTo>
                    <a:cubicBezTo>
                      <a:pt x="1992549" y="83530"/>
                      <a:pt x="2001113" y="137093"/>
                      <a:pt x="2020381" y="184765"/>
                    </a:cubicBezTo>
                    <a:lnTo>
                      <a:pt x="2032000" y="207169"/>
                    </a:lnTo>
                    <a:lnTo>
                      <a:pt x="2032000" y="2583592"/>
                    </a:lnTo>
                    <a:lnTo>
                      <a:pt x="0" y="2583592"/>
                    </a:lnTo>
                    <a:lnTo>
                      <a:pt x="0" y="113234"/>
                    </a:lnTo>
                    <a:lnTo>
                      <a:pt x="3628" y="116501"/>
                    </a:lnTo>
                    <a:cubicBezTo>
                      <a:pt x="20934" y="147568"/>
                      <a:pt x="6661" y="188276"/>
                      <a:pt x="26644" y="222557"/>
                    </a:cubicBezTo>
                    <a:cubicBezTo>
                      <a:pt x="45675" y="192085"/>
                      <a:pt x="60900" y="161613"/>
                      <a:pt x="102768" y="169231"/>
                    </a:cubicBezTo>
                    <a:cubicBezTo>
                      <a:pt x="79931" y="237793"/>
                      <a:pt x="-3806" y="279691"/>
                      <a:pt x="22837" y="367297"/>
                    </a:cubicBezTo>
                    <a:cubicBezTo>
                      <a:pt x="45675" y="336825"/>
                      <a:pt x="64706" y="302545"/>
                      <a:pt x="87543" y="268264"/>
                    </a:cubicBezTo>
                    <a:cubicBezTo>
                      <a:pt x="91349" y="268264"/>
                      <a:pt x="91349" y="272073"/>
                      <a:pt x="95155" y="272073"/>
                    </a:cubicBezTo>
                    <a:cubicBezTo>
                      <a:pt x="95155" y="279691"/>
                      <a:pt x="98962" y="291118"/>
                      <a:pt x="98962" y="298736"/>
                    </a:cubicBezTo>
                    <a:cubicBezTo>
                      <a:pt x="129411" y="283500"/>
                      <a:pt x="159861" y="272073"/>
                      <a:pt x="186504" y="260646"/>
                    </a:cubicBezTo>
                    <a:cubicBezTo>
                      <a:pt x="190311" y="264455"/>
                      <a:pt x="190311" y="268264"/>
                      <a:pt x="194117" y="272073"/>
                    </a:cubicBezTo>
                    <a:cubicBezTo>
                      <a:pt x="175086" y="287309"/>
                      <a:pt x="156055" y="302545"/>
                      <a:pt x="140830" y="317781"/>
                    </a:cubicBezTo>
                    <a:cubicBezTo>
                      <a:pt x="163667" y="333017"/>
                      <a:pt x="182698" y="344443"/>
                      <a:pt x="205535" y="355870"/>
                    </a:cubicBezTo>
                    <a:cubicBezTo>
                      <a:pt x="163667" y="382533"/>
                      <a:pt x="117993" y="355870"/>
                      <a:pt x="79931" y="367297"/>
                    </a:cubicBezTo>
                    <a:cubicBezTo>
                      <a:pt x="117993" y="378724"/>
                      <a:pt x="148442" y="397769"/>
                      <a:pt x="167473" y="435859"/>
                    </a:cubicBezTo>
                    <a:cubicBezTo>
                      <a:pt x="159861" y="435859"/>
                      <a:pt x="152248" y="443476"/>
                      <a:pt x="148442" y="439668"/>
                    </a:cubicBezTo>
                    <a:cubicBezTo>
                      <a:pt x="125605" y="435859"/>
                      <a:pt x="102768" y="439668"/>
                      <a:pt x="87543" y="458712"/>
                    </a:cubicBezTo>
                    <a:cubicBezTo>
                      <a:pt x="87543" y="462521"/>
                      <a:pt x="72318" y="454903"/>
                      <a:pt x="68512" y="451094"/>
                    </a:cubicBezTo>
                    <a:cubicBezTo>
                      <a:pt x="64706" y="443476"/>
                      <a:pt x="68512" y="435859"/>
                      <a:pt x="68512" y="428241"/>
                    </a:cubicBezTo>
                    <a:cubicBezTo>
                      <a:pt x="26644" y="435859"/>
                      <a:pt x="11419" y="454903"/>
                      <a:pt x="19031" y="492993"/>
                    </a:cubicBezTo>
                    <a:cubicBezTo>
                      <a:pt x="26644" y="523465"/>
                      <a:pt x="26644" y="550127"/>
                      <a:pt x="30450" y="580599"/>
                    </a:cubicBezTo>
                    <a:cubicBezTo>
                      <a:pt x="34256" y="588217"/>
                      <a:pt x="34256" y="599644"/>
                      <a:pt x="34256" y="614880"/>
                    </a:cubicBezTo>
                    <a:cubicBezTo>
                      <a:pt x="83737" y="588217"/>
                      <a:pt x="121799" y="561554"/>
                      <a:pt x="140830" y="512038"/>
                    </a:cubicBezTo>
                    <a:cubicBezTo>
                      <a:pt x="152248" y="485375"/>
                      <a:pt x="167473" y="462521"/>
                      <a:pt x="182698" y="435859"/>
                    </a:cubicBezTo>
                    <a:cubicBezTo>
                      <a:pt x="197923" y="451094"/>
                      <a:pt x="205535" y="458712"/>
                      <a:pt x="216954" y="466330"/>
                    </a:cubicBezTo>
                    <a:cubicBezTo>
                      <a:pt x="232179" y="454903"/>
                      <a:pt x="247404" y="439668"/>
                      <a:pt x="262628" y="424432"/>
                    </a:cubicBezTo>
                    <a:cubicBezTo>
                      <a:pt x="270241" y="420623"/>
                      <a:pt x="277853" y="420623"/>
                      <a:pt x="285466" y="420623"/>
                    </a:cubicBezTo>
                    <a:cubicBezTo>
                      <a:pt x="285466" y="428241"/>
                      <a:pt x="289272" y="435859"/>
                      <a:pt x="285466" y="443476"/>
                    </a:cubicBezTo>
                    <a:cubicBezTo>
                      <a:pt x="277853" y="458712"/>
                      <a:pt x="266435" y="473948"/>
                      <a:pt x="258822" y="489184"/>
                    </a:cubicBezTo>
                    <a:cubicBezTo>
                      <a:pt x="281659" y="492993"/>
                      <a:pt x="300691" y="496802"/>
                      <a:pt x="323528" y="500611"/>
                    </a:cubicBezTo>
                    <a:cubicBezTo>
                      <a:pt x="296884" y="523465"/>
                      <a:pt x="277853" y="542510"/>
                      <a:pt x="255016" y="565363"/>
                    </a:cubicBezTo>
                    <a:cubicBezTo>
                      <a:pt x="258822" y="569172"/>
                      <a:pt x="258822" y="569172"/>
                      <a:pt x="258822" y="572981"/>
                    </a:cubicBezTo>
                    <a:cubicBezTo>
                      <a:pt x="277853" y="576790"/>
                      <a:pt x="293078" y="580599"/>
                      <a:pt x="308303" y="588217"/>
                    </a:cubicBezTo>
                    <a:cubicBezTo>
                      <a:pt x="312109" y="588217"/>
                      <a:pt x="319722" y="595835"/>
                      <a:pt x="319722" y="603453"/>
                    </a:cubicBezTo>
                    <a:cubicBezTo>
                      <a:pt x="323528" y="607262"/>
                      <a:pt x="312109" y="611071"/>
                      <a:pt x="308303" y="614880"/>
                    </a:cubicBezTo>
                    <a:cubicBezTo>
                      <a:pt x="289272" y="630116"/>
                      <a:pt x="270241" y="641543"/>
                      <a:pt x="247404" y="656778"/>
                    </a:cubicBezTo>
                    <a:cubicBezTo>
                      <a:pt x="205535" y="637734"/>
                      <a:pt x="201729" y="637734"/>
                      <a:pt x="201729" y="675823"/>
                    </a:cubicBezTo>
                    <a:cubicBezTo>
                      <a:pt x="228373" y="683441"/>
                      <a:pt x="255016" y="687250"/>
                      <a:pt x="285466" y="694868"/>
                    </a:cubicBezTo>
                    <a:cubicBezTo>
                      <a:pt x="285466" y="698677"/>
                      <a:pt x="285466" y="702486"/>
                      <a:pt x="285466" y="706295"/>
                    </a:cubicBezTo>
                    <a:cubicBezTo>
                      <a:pt x="266435" y="713913"/>
                      <a:pt x="251210" y="725340"/>
                      <a:pt x="228373" y="732958"/>
                    </a:cubicBezTo>
                    <a:cubicBezTo>
                      <a:pt x="232179" y="736767"/>
                      <a:pt x="232179" y="744385"/>
                      <a:pt x="235985" y="752003"/>
                    </a:cubicBezTo>
                    <a:cubicBezTo>
                      <a:pt x="220760" y="759621"/>
                      <a:pt x="209342" y="767238"/>
                      <a:pt x="197923" y="771047"/>
                    </a:cubicBezTo>
                    <a:cubicBezTo>
                      <a:pt x="197923" y="774856"/>
                      <a:pt x="201729" y="778665"/>
                      <a:pt x="201729" y="782474"/>
                    </a:cubicBezTo>
                    <a:cubicBezTo>
                      <a:pt x="216954" y="774856"/>
                      <a:pt x="232179" y="767238"/>
                      <a:pt x="251210" y="763429"/>
                    </a:cubicBezTo>
                    <a:cubicBezTo>
                      <a:pt x="266435" y="759621"/>
                      <a:pt x="285466" y="763429"/>
                      <a:pt x="300691" y="763429"/>
                    </a:cubicBezTo>
                    <a:cubicBezTo>
                      <a:pt x="300691" y="774856"/>
                      <a:pt x="296884" y="782474"/>
                      <a:pt x="296884" y="797710"/>
                    </a:cubicBezTo>
                    <a:cubicBezTo>
                      <a:pt x="346365" y="809137"/>
                      <a:pt x="395846" y="828182"/>
                      <a:pt x="433908" y="870080"/>
                    </a:cubicBezTo>
                    <a:cubicBezTo>
                      <a:pt x="399652" y="900552"/>
                      <a:pt x="342559" y="911979"/>
                      <a:pt x="312109" y="889125"/>
                    </a:cubicBezTo>
                    <a:cubicBezTo>
                      <a:pt x="304497" y="896743"/>
                      <a:pt x="300691" y="904361"/>
                      <a:pt x="296884" y="915788"/>
                    </a:cubicBezTo>
                    <a:cubicBezTo>
                      <a:pt x="293078" y="938642"/>
                      <a:pt x="281659" y="942451"/>
                      <a:pt x="262628" y="927215"/>
                    </a:cubicBezTo>
                    <a:cubicBezTo>
                      <a:pt x="243597" y="908170"/>
                      <a:pt x="228373" y="889125"/>
                      <a:pt x="209342" y="870080"/>
                    </a:cubicBezTo>
                    <a:cubicBezTo>
                      <a:pt x="205535" y="873889"/>
                      <a:pt x="194117" y="881507"/>
                      <a:pt x="186504" y="885316"/>
                    </a:cubicBezTo>
                    <a:cubicBezTo>
                      <a:pt x="190311" y="896743"/>
                      <a:pt x="194117" y="908170"/>
                      <a:pt x="197923" y="919597"/>
                    </a:cubicBezTo>
                    <a:cubicBezTo>
                      <a:pt x="159861" y="927215"/>
                      <a:pt x="152248" y="919597"/>
                      <a:pt x="125605" y="873889"/>
                    </a:cubicBezTo>
                    <a:cubicBezTo>
                      <a:pt x="121799" y="877698"/>
                      <a:pt x="121799" y="885316"/>
                      <a:pt x="117993" y="889125"/>
                    </a:cubicBezTo>
                    <a:cubicBezTo>
                      <a:pt x="114186" y="900552"/>
                      <a:pt x="106574" y="908170"/>
                      <a:pt x="98962" y="915788"/>
                    </a:cubicBezTo>
                    <a:cubicBezTo>
                      <a:pt x="91349" y="908170"/>
                      <a:pt x="79931" y="904361"/>
                      <a:pt x="76124" y="896743"/>
                    </a:cubicBezTo>
                    <a:cubicBezTo>
                      <a:pt x="68512" y="877698"/>
                      <a:pt x="60900" y="858654"/>
                      <a:pt x="57093" y="839609"/>
                    </a:cubicBezTo>
                    <a:cubicBezTo>
                      <a:pt x="53287" y="835800"/>
                      <a:pt x="53287" y="828182"/>
                      <a:pt x="53287" y="820564"/>
                    </a:cubicBezTo>
                    <a:cubicBezTo>
                      <a:pt x="49481" y="820564"/>
                      <a:pt x="41869" y="820564"/>
                      <a:pt x="38062" y="824373"/>
                    </a:cubicBezTo>
                    <a:cubicBezTo>
                      <a:pt x="45675" y="847227"/>
                      <a:pt x="53287" y="873889"/>
                      <a:pt x="60900" y="896743"/>
                    </a:cubicBezTo>
                    <a:cubicBezTo>
                      <a:pt x="83737" y="953878"/>
                      <a:pt x="137024" y="923406"/>
                      <a:pt x="178892" y="942451"/>
                    </a:cubicBezTo>
                    <a:cubicBezTo>
                      <a:pt x="171280" y="953878"/>
                      <a:pt x="163667" y="965305"/>
                      <a:pt x="156055" y="976732"/>
                    </a:cubicBezTo>
                    <a:cubicBezTo>
                      <a:pt x="182698" y="991967"/>
                      <a:pt x="209342" y="1003394"/>
                      <a:pt x="239791" y="988158"/>
                    </a:cubicBezTo>
                    <a:cubicBezTo>
                      <a:pt x="266435" y="972923"/>
                      <a:pt x="293078" y="957687"/>
                      <a:pt x="319722" y="942451"/>
                    </a:cubicBezTo>
                    <a:cubicBezTo>
                      <a:pt x="319722" y="953878"/>
                      <a:pt x="323528" y="961496"/>
                      <a:pt x="323528" y="972923"/>
                    </a:cubicBezTo>
                    <a:cubicBezTo>
                      <a:pt x="338753" y="969114"/>
                      <a:pt x="353977" y="965305"/>
                      <a:pt x="361590" y="965305"/>
                    </a:cubicBezTo>
                    <a:cubicBezTo>
                      <a:pt x="373008" y="980540"/>
                      <a:pt x="380621" y="995776"/>
                      <a:pt x="392039" y="1014821"/>
                    </a:cubicBezTo>
                    <a:cubicBezTo>
                      <a:pt x="399652" y="1011012"/>
                      <a:pt x="407264" y="1007203"/>
                      <a:pt x="414877" y="1003394"/>
                    </a:cubicBezTo>
                    <a:cubicBezTo>
                      <a:pt x="414877" y="988158"/>
                      <a:pt x="414877" y="969114"/>
                      <a:pt x="426295" y="957687"/>
                    </a:cubicBezTo>
                    <a:cubicBezTo>
                      <a:pt x="433908" y="946260"/>
                      <a:pt x="464357" y="950069"/>
                      <a:pt x="487195" y="946260"/>
                    </a:cubicBezTo>
                    <a:cubicBezTo>
                      <a:pt x="491001" y="961496"/>
                      <a:pt x="498613" y="972923"/>
                      <a:pt x="502419" y="984349"/>
                    </a:cubicBezTo>
                    <a:cubicBezTo>
                      <a:pt x="517644" y="972923"/>
                      <a:pt x="532869" y="953878"/>
                      <a:pt x="548094" y="950069"/>
                    </a:cubicBezTo>
                    <a:cubicBezTo>
                      <a:pt x="574737" y="942451"/>
                      <a:pt x="586156" y="934833"/>
                      <a:pt x="589962" y="908170"/>
                    </a:cubicBezTo>
                    <a:cubicBezTo>
                      <a:pt x="589962" y="908170"/>
                      <a:pt x="597575" y="904361"/>
                      <a:pt x="605187" y="904361"/>
                    </a:cubicBezTo>
                    <a:cubicBezTo>
                      <a:pt x="631830" y="908170"/>
                      <a:pt x="654668" y="908170"/>
                      <a:pt x="643249" y="866272"/>
                    </a:cubicBezTo>
                    <a:cubicBezTo>
                      <a:pt x="643249" y="862463"/>
                      <a:pt x="666086" y="851036"/>
                      <a:pt x="666086" y="843418"/>
                    </a:cubicBezTo>
                    <a:cubicBezTo>
                      <a:pt x="662280" y="820564"/>
                      <a:pt x="654668" y="793901"/>
                      <a:pt x="643249" y="763429"/>
                    </a:cubicBezTo>
                    <a:cubicBezTo>
                      <a:pt x="654668" y="755812"/>
                      <a:pt x="677505" y="744385"/>
                      <a:pt x="704148" y="725340"/>
                    </a:cubicBezTo>
                    <a:cubicBezTo>
                      <a:pt x="707955" y="729149"/>
                      <a:pt x="715567" y="732958"/>
                      <a:pt x="715567" y="732958"/>
                    </a:cubicBezTo>
                    <a:cubicBezTo>
                      <a:pt x="730792" y="691059"/>
                      <a:pt x="749823" y="649161"/>
                      <a:pt x="765048" y="607262"/>
                    </a:cubicBezTo>
                    <a:cubicBezTo>
                      <a:pt x="780272" y="626307"/>
                      <a:pt x="787885" y="637734"/>
                      <a:pt x="795497" y="652970"/>
                    </a:cubicBezTo>
                    <a:cubicBezTo>
                      <a:pt x="814528" y="637734"/>
                      <a:pt x="825947" y="622498"/>
                      <a:pt x="837366" y="611071"/>
                    </a:cubicBezTo>
                    <a:cubicBezTo>
                      <a:pt x="833559" y="611071"/>
                      <a:pt x="829753" y="607262"/>
                      <a:pt x="825947" y="607262"/>
                    </a:cubicBezTo>
                    <a:cubicBezTo>
                      <a:pt x="825947" y="592026"/>
                      <a:pt x="822141" y="572981"/>
                      <a:pt x="822141" y="557745"/>
                    </a:cubicBezTo>
                    <a:cubicBezTo>
                      <a:pt x="822141" y="557745"/>
                      <a:pt x="822141" y="557745"/>
                      <a:pt x="890652" y="557745"/>
                    </a:cubicBezTo>
                    <a:cubicBezTo>
                      <a:pt x="894459" y="542510"/>
                      <a:pt x="898265" y="527274"/>
                      <a:pt x="905877" y="508229"/>
                    </a:cubicBezTo>
                    <a:cubicBezTo>
                      <a:pt x="928714" y="515847"/>
                      <a:pt x="951552" y="523465"/>
                      <a:pt x="974389" y="534892"/>
                    </a:cubicBezTo>
                    <a:cubicBezTo>
                      <a:pt x="985808" y="531083"/>
                      <a:pt x="997226" y="527274"/>
                      <a:pt x="1012451" y="523465"/>
                    </a:cubicBezTo>
                    <a:cubicBezTo>
                      <a:pt x="1016257" y="527274"/>
                      <a:pt x="1020063" y="531083"/>
                      <a:pt x="1020063" y="534892"/>
                    </a:cubicBezTo>
                    <a:cubicBezTo>
                      <a:pt x="1008645" y="553936"/>
                      <a:pt x="997226" y="572981"/>
                      <a:pt x="982001" y="595835"/>
                    </a:cubicBezTo>
                    <a:cubicBezTo>
                      <a:pt x="997226" y="599644"/>
                      <a:pt x="1012451" y="603453"/>
                      <a:pt x="1023870" y="599644"/>
                    </a:cubicBezTo>
                    <a:cubicBezTo>
                      <a:pt x="1077156" y="584408"/>
                      <a:pt x="1092381" y="592026"/>
                      <a:pt x="1111412" y="645352"/>
                    </a:cubicBezTo>
                    <a:cubicBezTo>
                      <a:pt x="1107606" y="649161"/>
                      <a:pt x="1107606" y="649161"/>
                      <a:pt x="1103800" y="652970"/>
                    </a:cubicBezTo>
                    <a:cubicBezTo>
                      <a:pt x="1092381" y="656778"/>
                      <a:pt x="1084769" y="698677"/>
                      <a:pt x="1096188" y="706295"/>
                    </a:cubicBezTo>
                    <a:cubicBezTo>
                      <a:pt x="1099994" y="706295"/>
                      <a:pt x="1107606" y="702486"/>
                      <a:pt x="1111412" y="702486"/>
                    </a:cubicBezTo>
                    <a:cubicBezTo>
                      <a:pt x="1141862" y="759621"/>
                      <a:pt x="1176118" y="812946"/>
                      <a:pt x="1210374" y="870080"/>
                    </a:cubicBezTo>
                    <a:cubicBezTo>
                      <a:pt x="1210374" y="870080"/>
                      <a:pt x="1210374" y="870080"/>
                      <a:pt x="1202761" y="877698"/>
                    </a:cubicBezTo>
                    <a:cubicBezTo>
                      <a:pt x="1176118" y="870080"/>
                      <a:pt x="1149474" y="862463"/>
                      <a:pt x="1119025" y="854845"/>
                    </a:cubicBezTo>
                    <a:cubicBezTo>
                      <a:pt x="1119025" y="862463"/>
                      <a:pt x="1115219" y="873889"/>
                      <a:pt x="1111412" y="877698"/>
                    </a:cubicBezTo>
                    <a:cubicBezTo>
                      <a:pt x="1130443" y="892934"/>
                      <a:pt x="1145668" y="904361"/>
                      <a:pt x="1164699" y="915788"/>
                    </a:cubicBezTo>
                    <a:cubicBezTo>
                      <a:pt x="1191343" y="889125"/>
                      <a:pt x="1229405" y="889125"/>
                      <a:pt x="1248436" y="919597"/>
                    </a:cubicBezTo>
                    <a:cubicBezTo>
                      <a:pt x="1210374" y="927215"/>
                      <a:pt x="1206567" y="953878"/>
                      <a:pt x="1214180" y="984349"/>
                    </a:cubicBezTo>
                    <a:cubicBezTo>
                      <a:pt x="1221792" y="1007203"/>
                      <a:pt x="1221792" y="1018630"/>
                      <a:pt x="1191343" y="1018630"/>
                    </a:cubicBezTo>
                    <a:cubicBezTo>
                      <a:pt x="1183730" y="1018630"/>
                      <a:pt x="1172312" y="1041484"/>
                      <a:pt x="1176118" y="1041484"/>
                    </a:cubicBezTo>
                    <a:cubicBezTo>
                      <a:pt x="1198955" y="1064338"/>
                      <a:pt x="1183730" y="1087191"/>
                      <a:pt x="1176118" y="1117663"/>
                    </a:cubicBezTo>
                    <a:cubicBezTo>
                      <a:pt x="1187536" y="1106236"/>
                      <a:pt x="1202761" y="1094809"/>
                      <a:pt x="1214180" y="1083383"/>
                    </a:cubicBezTo>
                    <a:cubicBezTo>
                      <a:pt x="1237017" y="1102427"/>
                      <a:pt x="1271273" y="1125281"/>
                      <a:pt x="1275079" y="1140517"/>
                    </a:cubicBezTo>
                    <a:cubicBezTo>
                      <a:pt x="1286498" y="1125281"/>
                      <a:pt x="1297916" y="1110045"/>
                      <a:pt x="1313141" y="1094809"/>
                    </a:cubicBezTo>
                    <a:cubicBezTo>
                      <a:pt x="1324560" y="1121472"/>
                      <a:pt x="1332172" y="1144326"/>
                      <a:pt x="1343591" y="1170989"/>
                    </a:cubicBezTo>
                    <a:cubicBezTo>
                      <a:pt x="1362622" y="1155753"/>
                      <a:pt x="1377846" y="1144326"/>
                      <a:pt x="1385459" y="1136708"/>
                    </a:cubicBezTo>
                    <a:cubicBezTo>
                      <a:pt x="1419715" y="1148135"/>
                      <a:pt x="1446358" y="1167180"/>
                      <a:pt x="1469195" y="1163371"/>
                    </a:cubicBezTo>
                    <a:cubicBezTo>
                      <a:pt x="1488226" y="1159562"/>
                      <a:pt x="1499645" y="1129090"/>
                      <a:pt x="1514870" y="1110045"/>
                    </a:cubicBezTo>
                    <a:cubicBezTo>
                      <a:pt x="1473002" y="1091000"/>
                      <a:pt x="1442552" y="1075765"/>
                      <a:pt x="1412102" y="1060529"/>
                    </a:cubicBezTo>
                    <a:cubicBezTo>
                      <a:pt x="1412102" y="1056720"/>
                      <a:pt x="1412102" y="1052911"/>
                      <a:pt x="1412102" y="1049102"/>
                    </a:cubicBezTo>
                    <a:cubicBezTo>
                      <a:pt x="1431133" y="1045293"/>
                      <a:pt x="1446358" y="1041484"/>
                      <a:pt x="1473002" y="1033866"/>
                    </a:cubicBezTo>
                    <a:cubicBezTo>
                      <a:pt x="1419715" y="976732"/>
                      <a:pt x="1408296" y="923406"/>
                      <a:pt x="1492033" y="877698"/>
                    </a:cubicBezTo>
                    <a:cubicBezTo>
                      <a:pt x="1499645" y="896743"/>
                      <a:pt x="1507257" y="915788"/>
                      <a:pt x="1514870" y="942451"/>
                    </a:cubicBezTo>
                    <a:cubicBezTo>
                      <a:pt x="1530095" y="915788"/>
                      <a:pt x="1545320" y="896743"/>
                      <a:pt x="1556738" y="877698"/>
                    </a:cubicBezTo>
                    <a:cubicBezTo>
                      <a:pt x="1610025" y="904361"/>
                      <a:pt x="1610025" y="908170"/>
                      <a:pt x="1648087" y="862463"/>
                    </a:cubicBezTo>
                    <a:cubicBezTo>
                      <a:pt x="1648087" y="862463"/>
                      <a:pt x="1648087" y="862463"/>
                      <a:pt x="1556738" y="862463"/>
                    </a:cubicBezTo>
                    <a:cubicBezTo>
                      <a:pt x="1552932" y="862463"/>
                      <a:pt x="1552932" y="854845"/>
                      <a:pt x="1552932" y="851036"/>
                    </a:cubicBezTo>
                    <a:cubicBezTo>
                      <a:pt x="1564351" y="847227"/>
                      <a:pt x="1571963" y="839609"/>
                      <a:pt x="1583382" y="831991"/>
                    </a:cubicBezTo>
                    <a:cubicBezTo>
                      <a:pt x="1568157" y="824373"/>
                      <a:pt x="1552932" y="816755"/>
                      <a:pt x="1541513" y="809137"/>
                    </a:cubicBezTo>
                    <a:cubicBezTo>
                      <a:pt x="1541513" y="805328"/>
                      <a:pt x="1541513" y="801519"/>
                      <a:pt x="1545320" y="797710"/>
                    </a:cubicBezTo>
                    <a:cubicBezTo>
                      <a:pt x="1575769" y="801519"/>
                      <a:pt x="1602413" y="805328"/>
                      <a:pt x="1632862" y="805328"/>
                    </a:cubicBezTo>
                    <a:cubicBezTo>
                      <a:pt x="1632862" y="801519"/>
                      <a:pt x="1632862" y="797710"/>
                      <a:pt x="1636668" y="793901"/>
                    </a:cubicBezTo>
                    <a:cubicBezTo>
                      <a:pt x="1552932" y="786283"/>
                      <a:pt x="1564351" y="698677"/>
                      <a:pt x="1526289" y="652970"/>
                    </a:cubicBezTo>
                    <a:cubicBezTo>
                      <a:pt x="1541513" y="660587"/>
                      <a:pt x="1556738" y="672014"/>
                      <a:pt x="1579575" y="683441"/>
                    </a:cubicBezTo>
                    <a:cubicBezTo>
                      <a:pt x="1575769" y="652970"/>
                      <a:pt x="1571963" y="626307"/>
                      <a:pt x="1568157" y="595835"/>
                    </a:cubicBezTo>
                    <a:cubicBezTo>
                      <a:pt x="1606219" y="611071"/>
                      <a:pt x="1636668" y="618689"/>
                      <a:pt x="1667118" y="630116"/>
                    </a:cubicBezTo>
                    <a:cubicBezTo>
                      <a:pt x="1670924" y="626307"/>
                      <a:pt x="1674731" y="622498"/>
                      <a:pt x="1678537" y="622498"/>
                    </a:cubicBezTo>
                    <a:cubicBezTo>
                      <a:pt x="1659506" y="592026"/>
                      <a:pt x="1644281" y="565363"/>
                      <a:pt x="1632862" y="546319"/>
                    </a:cubicBezTo>
                    <a:cubicBezTo>
                      <a:pt x="1632862" y="496802"/>
                      <a:pt x="1636668" y="458712"/>
                      <a:pt x="1640475" y="420623"/>
                    </a:cubicBezTo>
                    <a:cubicBezTo>
                      <a:pt x="1644281" y="420623"/>
                      <a:pt x="1648087" y="420623"/>
                      <a:pt x="1651893" y="416814"/>
                    </a:cubicBezTo>
                    <a:cubicBezTo>
                      <a:pt x="1663312" y="447285"/>
                      <a:pt x="1674731" y="473948"/>
                      <a:pt x="1686149" y="504420"/>
                    </a:cubicBezTo>
                    <a:cubicBezTo>
                      <a:pt x="1701374" y="481566"/>
                      <a:pt x="1712793" y="466330"/>
                      <a:pt x="1716599" y="458712"/>
                    </a:cubicBezTo>
                    <a:cubicBezTo>
                      <a:pt x="1720405" y="401578"/>
                      <a:pt x="1724211" y="352061"/>
                      <a:pt x="1728017" y="298736"/>
                    </a:cubicBezTo>
                    <a:cubicBezTo>
                      <a:pt x="1728017" y="298736"/>
                      <a:pt x="1728017" y="298736"/>
                      <a:pt x="1747048" y="294927"/>
                    </a:cubicBezTo>
                    <a:cubicBezTo>
                      <a:pt x="1750855" y="317781"/>
                      <a:pt x="1758467" y="336825"/>
                      <a:pt x="1766079" y="359679"/>
                    </a:cubicBezTo>
                    <a:cubicBezTo>
                      <a:pt x="1777498" y="359679"/>
                      <a:pt x="1792723" y="359679"/>
                      <a:pt x="1807948" y="359679"/>
                    </a:cubicBezTo>
                    <a:cubicBezTo>
                      <a:pt x="1785110" y="325399"/>
                      <a:pt x="1754661" y="298736"/>
                      <a:pt x="1777498" y="253028"/>
                    </a:cubicBezTo>
                    <a:cubicBezTo>
                      <a:pt x="1769886" y="245410"/>
                      <a:pt x="1758467" y="233984"/>
                      <a:pt x="1747048" y="222557"/>
                    </a:cubicBezTo>
                    <a:cubicBezTo>
                      <a:pt x="1807948" y="188276"/>
                      <a:pt x="1842204" y="134950"/>
                      <a:pt x="1872653" y="77816"/>
                    </a:cubicBezTo>
                    <a:cubicBezTo>
                      <a:pt x="1887878" y="54962"/>
                      <a:pt x="1903103" y="32108"/>
                      <a:pt x="1918328" y="13064"/>
                    </a:cubicBezTo>
                    <a:cubicBezTo>
                      <a:pt x="1931650" y="1637"/>
                      <a:pt x="1944020" y="-2172"/>
                      <a:pt x="1954011" y="1161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5" name="Freeform 2534"/>
              <p:cNvSpPr/>
              <p:nvPr/>
            </p:nvSpPr>
            <p:spPr>
              <a:xfrm>
                <a:off x="8128000" y="3518062"/>
                <a:ext cx="2032000" cy="3339939"/>
              </a:xfrm>
              <a:custGeom>
                <a:avLst/>
                <a:gdLst>
                  <a:gd name="connsiteX0" fmla="*/ 1077670 w 2032000"/>
                  <a:gd name="connsiteY0" fmla="*/ 0 h 3339939"/>
                  <a:gd name="connsiteX1" fmla="*/ 1123345 w 2032000"/>
                  <a:gd name="connsiteY1" fmla="*/ 133313 h 3339939"/>
                  <a:gd name="connsiteX2" fmla="*/ 1195662 w 2032000"/>
                  <a:gd name="connsiteY2" fmla="*/ 79988 h 3339939"/>
                  <a:gd name="connsiteX3" fmla="*/ 1115732 w 2032000"/>
                  <a:gd name="connsiteY3" fmla="*/ 278054 h 3339939"/>
                  <a:gd name="connsiteX4" fmla="*/ 1180438 w 2032000"/>
                  <a:gd name="connsiteY4" fmla="*/ 179021 h 3339939"/>
                  <a:gd name="connsiteX5" fmla="*/ 1188050 w 2032000"/>
                  <a:gd name="connsiteY5" fmla="*/ 182830 h 3339939"/>
                  <a:gd name="connsiteX6" fmla="*/ 1191856 w 2032000"/>
                  <a:gd name="connsiteY6" fmla="*/ 205684 h 3339939"/>
                  <a:gd name="connsiteX7" fmla="*/ 1283205 w 2032000"/>
                  <a:gd name="connsiteY7" fmla="*/ 171403 h 3339939"/>
                  <a:gd name="connsiteX8" fmla="*/ 1287011 w 2032000"/>
                  <a:gd name="connsiteY8" fmla="*/ 182830 h 3339939"/>
                  <a:gd name="connsiteX9" fmla="*/ 1233725 w 2032000"/>
                  <a:gd name="connsiteY9" fmla="*/ 228538 h 3339939"/>
                  <a:gd name="connsiteX10" fmla="*/ 1298430 w 2032000"/>
                  <a:gd name="connsiteY10" fmla="*/ 266627 h 3339939"/>
                  <a:gd name="connsiteX11" fmla="*/ 1172825 w 2032000"/>
                  <a:gd name="connsiteY11" fmla="*/ 278054 h 3339939"/>
                  <a:gd name="connsiteX12" fmla="*/ 1260368 w 2032000"/>
                  <a:gd name="connsiteY12" fmla="*/ 342807 h 3339939"/>
                  <a:gd name="connsiteX13" fmla="*/ 1241337 w 2032000"/>
                  <a:gd name="connsiteY13" fmla="*/ 350424 h 3339939"/>
                  <a:gd name="connsiteX14" fmla="*/ 1180438 w 2032000"/>
                  <a:gd name="connsiteY14" fmla="*/ 369469 h 3339939"/>
                  <a:gd name="connsiteX15" fmla="*/ 1161407 w 2032000"/>
                  <a:gd name="connsiteY15" fmla="*/ 358042 h 3339939"/>
                  <a:gd name="connsiteX16" fmla="*/ 1161407 w 2032000"/>
                  <a:gd name="connsiteY16" fmla="*/ 338998 h 3339939"/>
                  <a:gd name="connsiteX17" fmla="*/ 1111926 w 2032000"/>
                  <a:gd name="connsiteY17" fmla="*/ 403750 h 3339939"/>
                  <a:gd name="connsiteX18" fmla="*/ 1123345 w 2032000"/>
                  <a:gd name="connsiteY18" fmla="*/ 487547 h 3339939"/>
                  <a:gd name="connsiteX19" fmla="*/ 1127151 w 2032000"/>
                  <a:gd name="connsiteY19" fmla="*/ 525637 h 3339939"/>
                  <a:gd name="connsiteX20" fmla="*/ 1233725 w 2032000"/>
                  <a:gd name="connsiteY20" fmla="*/ 422795 h 3339939"/>
                  <a:gd name="connsiteX21" fmla="*/ 1275593 w 2032000"/>
                  <a:gd name="connsiteY21" fmla="*/ 346616 h 3339939"/>
                  <a:gd name="connsiteX22" fmla="*/ 1309849 w 2032000"/>
                  <a:gd name="connsiteY22" fmla="*/ 377087 h 3339939"/>
                  <a:gd name="connsiteX23" fmla="*/ 1359329 w 2032000"/>
                  <a:gd name="connsiteY23" fmla="*/ 335189 h 3339939"/>
                  <a:gd name="connsiteX24" fmla="*/ 1382167 w 2032000"/>
                  <a:gd name="connsiteY24" fmla="*/ 327571 h 3339939"/>
                  <a:gd name="connsiteX25" fmla="*/ 1378360 w 2032000"/>
                  <a:gd name="connsiteY25" fmla="*/ 354233 h 3339939"/>
                  <a:gd name="connsiteX26" fmla="*/ 1351717 w 2032000"/>
                  <a:gd name="connsiteY26" fmla="*/ 399941 h 3339939"/>
                  <a:gd name="connsiteX27" fmla="*/ 1416422 w 2032000"/>
                  <a:gd name="connsiteY27" fmla="*/ 407559 h 3339939"/>
                  <a:gd name="connsiteX28" fmla="*/ 1347911 w 2032000"/>
                  <a:gd name="connsiteY28" fmla="*/ 472311 h 3339939"/>
                  <a:gd name="connsiteX29" fmla="*/ 1355523 w 2032000"/>
                  <a:gd name="connsiteY29" fmla="*/ 483738 h 3339939"/>
                  <a:gd name="connsiteX30" fmla="*/ 1401198 w 2032000"/>
                  <a:gd name="connsiteY30" fmla="*/ 495165 h 3339939"/>
                  <a:gd name="connsiteX31" fmla="*/ 1416422 w 2032000"/>
                  <a:gd name="connsiteY31" fmla="*/ 514210 h 3339939"/>
                  <a:gd name="connsiteX32" fmla="*/ 1401198 w 2032000"/>
                  <a:gd name="connsiteY32" fmla="*/ 525637 h 3339939"/>
                  <a:gd name="connsiteX33" fmla="*/ 1340298 w 2032000"/>
                  <a:gd name="connsiteY33" fmla="*/ 563727 h 3339939"/>
                  <a:gd name="connsiteX34" fmla="*/ 1294624 w 2032000"/>
                  <a:gd name="connsiteY34" fmla="*/ 586580 h 3339939"/>
                  <a:gd name="connsiteX35" fmla="*/ 1378360 w 2032000"/>
                  <a:gd name="connsiteY35" fmla="*/ 605625 h 3339939"/>
                  <a:gd name="connsiteX36" fmla="*/ 1378360 w 2032000"/>
                  <a:gd name="connsiteY36" fmla="*/ 613243 h 3339939"/>
                  <a:gd name="connsiteX37" fmla="*/ 1321267 w 2032000"/>
                  <a:gd name="connsiteY37" fmla="*/ 643715 h 3339939"/>
                  <a:gd name="connsiteX38" fmla="*/ 1328880 w 2032000"/>
                  <a:gd name="connsiteY38" fmla="*/ 662759 h 3339939"/>
                  <a:gd name="connsiteX39" fmla="*/ 1290818 w 2032000"/>
                  <a:gd name="connsiteY39" fmla="*/ 681804 h 3339939"/>
                  <a:gd name="connsiteX40" fmla="*/ 1294624 w 2032000"/>
                  <a:gd name="connsiteY40" fmla="*/ 693231 h 3339939"/>
                  <a:gd name="connsiteX41" fmla="*/ 1344104 w 2032000"/>
                  <a:gd name="connsiteY41" fmla="*/ 670377 h 3339939"/>
                  <a:gd name="connsiteX42" fmla="*/ 1393585 w 2032000"/>
                  <a:gd name="connsiteY42" fmla="*/ 670377 h 3339939"/>
                  <a:gd name="connsiteX43" fmla="*/ 1389779 w 2032000"/>
                  <a:gd name="connsiteY43" fmla="*/ 708467 h 3339939"/>
                  <a:gd name="connsiteX44" fmla="*/ 1526802 w 2032000"/>
                  <a:gd name="connsiteY44" fmla="*/ 777029 h 3339939"/>
                  <a:gd name="connsiteX45" fmla="*/ 1405004 w 2032000"/>
                  <a:gd name="connsiteY45" fmla="*/ 796073 h 3339939"/>
                  <a:gd name="connsiteX46" fmla="*/ 1389779 w 2032000"/>
                  <a:gd name="connsiteY46" fmla="*/ 822736 h 3339939"/>
                  <a:gd name="connsiteX47" fmla="*/ 1359329 w 2032000"/>
                  <a:gd name="connsiteY47" fmla="*/ 837972 h 3339939"/>
                  <a:gd name="connsiteX48" fmla="*/ 1302236 w 2032000"/>
                  <a:gd name="connsiteY48" fmla="*/ 780838 h 3339939"/>
                  <a:gd name="connsiteX49" fmla="*/ 1283205 w 2032000"/>
                  <a:gd name="connsiteY49" fmla="*/ 796073 h 3339939"/>
                  <a:gd name="connsiteX50" fmla="*/ 1290818 w 2032000"/>
                  <a:gd name="connsiteY50" fmla="*/ 826545 h 3339939"/>
                  <a:gd name="connsiteX51" fmla="*/ 1218500 w 2032000"/>
                  <a:gd name="connsiteY51" fmla="*/ 780838 h 3339939"/>
                  <a:gd name="connsiteX52" fmla="*/ 1210887 w 2032000"/>
                  <a:gd name="connsiteY52" fmla="*/ 799882 h 3339939"/>
                  <a:gd name="connsiteX53" fmla="*/ 1195662 w 2032000"/>
                  <a:gd name="connsiteY53" fmla="*/ 826545 h 3339939"/>
                  <a:gd name="connsiteX54" fmla="*/ 1169019 w 2032000"/>
                  <a:gd name="connsiteY54" fmla="*/ 807500 h 3339939"/>
                  <a:gd name="connsiteX55" fmla="*/ 1149988 w 2032000"/>
                  <a:gd name="connsiteY55" fmla="*/ 750366 h 3339939"/>
                  <a:gd name="connsiteX56" fmla="*/ 1146182 w 2032000"/>
                  <a:gd name="connsiteY56" fmla="*/ 727512 h 3339939"/>
                  <a:gd name="connsiteX57" fmla="*/ 1134763 w 2032000"/>
                  <a:gd name="connsiteY57" fmla="*/ 731321 h 3339939"/>
                  <a:gd name="connsiteX58" fmla="*/ 1153794 w 2032000"/>
                  <a:gd name="connsiteY58" fmla="*/ 807500 h 3339939"/>
                  <a:gd name="connsiteX59" fmla="*/ 1271787 w 2032000"/>
                  <a:gd name="connsiteY59" fmla="*/ 849399 h 3339939"/>
                  <a:gd name="connsiteX60" fmla="*/ 1248949 w 2032000"/>
                  <a:gd name="connsiteY60" fmla="*/ 887488 h 3339939"/>
                  <a:gd name="connsiteX61" fmla="*/ 1332686 w 2032000"/>
                  <a:gd name="connsiteY61" fmla="*/ 898915 h 3339939"/>
                  <a:gd name="connsiteX62" fmla="*/ 1412616 w 2032000"/>
                  <a:gd name="connsiteY62" fmla="*/ 853208 h 3339939"/>
                  <a:gd name="connsiteX63" fmla="*/ 1416422 w 2032000"/>
                  <a:gd name="connsiteY63" fmla="*/ 879870 h 3339939"/>
                  <a:gd name="connsiteX64" fmla="*/ 1458291 w 2032000"/>
                  <a:gd name="connsiteY64" fmla="*/ 876061 h 3339939"/>
                  <a:gd name="connsiteX65" fmla="*/ 1484934 w 2032000"/>
                  <a:gd name="connsiteY65" fmla="*/ 921769 h 3339939"/>
                  <a:gd name="connsiteX66" fmla="*/ 1557252 w 2032000"/>
                  <a:gd name="connsiteY66" fmla="*/ 898915 h 3339939"/>
                  <a:gd name="connsiteX67" fmla="*/ 1583895 w 2032000"/>
                  <a:gd name="connsiteY67" fmla="*/ 895106 h 3339939"/>
                  <a:gd name="connsiteX68" fmla="*/ 1637182 w 2032000"/>
                  <a:gd name="connsiteY68" fmla="*/ 917960 h 3339939"/>
                  <a:gd name="connsiteX69" fmla="*/ 1675244 w 2032000"/>
                  <a:gd name="connsiteY69" fmla="*/ 925578 h 3339939"/>
                  <a:gd name="connsiteX70" fmla="*/ 1599120 w 2032000"/>
                  <a:gd name="connsiteY70" fmla="*/ 959859 h 3339939"/>
                  <a:gd name="connsiteX71" fmla="*/ 1614345 w 2032000"/>
                  <a:gd name="connsiteY71" fmla="*/ 978904 h 3339939"/>
                  <a:gd name="connsiteX72" fmla="*/ 1557252 w 2032000"/>
                  <a:gd name="connsiteY72" fmla="*/ 1001757 h 3339939"/>
                  <a:gd name="connsiteX73" fmla="*/ 1576283 w 2032000"/>
                  <a:gd name="connsiteY73" fmla="*/ 1020802 h 3339939"/>
                  <a:gd name="connsiteX74" fmla="*/ 1572477 w 2032000"/>
                  <a:gd name="connsiteY74" fmla="*/ 1032229 h 3339939"/>
                  <a:gd name="connsiteX75" fmla="*/ 1473515 w 2032000"/>
                  <a:gd name="connsiteY75" fmla="*/ 990331 h 3339939"/>
                  <a:gd name="connsiteX76" fmla="*/ 1530609 w 2032000"/>
                  <a:gd name="connsiteY76" fmla="*/ 1047465 h 3339939"/>
                  <a:gd name="connsiteX77" fmla="*/ 1522996 w 2032000"/>
                  <a:gd name="connsiteY77" fmla="*/ 1058892 h 3339939"/>
                  <a:gd name="connsiteX78" fmla="*/ 1462097 w 2032000"/>
                  <a:gd name="connsiteY78" fmla="*/ 1032229 h 3339939"/>
                  <a:gd name="connsiteX79" fmla="*/ 1431647 w 2032000"/>
                  <a:gd name="connsiteY79" fmla="*/ 1016993 h 3339939"/>
                  <a:gd name="connsiteX80" fmla="*/ 1424035 w 2032000"/>
                  <a:gd name="connsiteY80" fmla="*/ 1051274 h 3339939"/>
                  <a:gd name="connsiteX81" fmla="*/ 1393585 w 2032000"/>
                  <a:gd name="connsiteY81" fmla="*/ 1070319 h 3339939"/>
                  <a:gd name="connsiteX82" fmla="*/ 1351717 w 2032000"/>
                  <a:gd name="connsiteY82" fmla="*/ 1039847 h 3339939"/>
                  <a:gd name="connsiteX83" fmla="*/ 1344104 w 2032000"/>
                  <a:gd name="connsiteY83" fmla="*/ 1058892 h 3339939"/>
                  <a:gd name="connsiteX84" fmla="*/ 1313655 w 2032000"/>
                  <a:gd name="connsiteY84" fmla="*/ 1051274 h 3339939"/>
                  <a:gd name="connsiteX85" fmla="*/ 1271787 w 2032000"/>
                  <a:gd name="connsiteY85" fmla="*/ 1028420 h 3339939"/>
                  <a:gd name="connsiteX86" fmla="*/ 1264174 w 2032000"/>
                  <a:gd name="connsiteY86" fmla="*/ 1039847 h 3339939"/>
                  <a:gd name="connsiteX87" fmla="*/ 1287011 w 2032000"/>
                  <a:gd name="connsiteY87" fmla="*/ 1066510 h 3339939"/>
                  <a:gd name="connsiteX88" fmla="*/ 1401198 w 2032000"/>
                  <a:gd name="connsiteY88" fmla="*/ 1119835 h 3339939"/>
                  <a:gd name="connsiteX89" fmla="*/ 1564864 w 2032000"/>
                  <a:gd name="connsiteY89" fmla="*/ 1074128 h 3339939"/>
                  <a:gd name="connsiteX90" fmla="*/ 1549640 w 2032000"/>
                  <a:gd name="connsiteY90" fmla="*/ 1096981 h 3339939"/>
                  <a:gd name="connsiteX91" fmla="*/ 1572477 w 2032000"/>
                  <a:gd name="connsiteY91" fmla="*/ 1127453 h 3339939"/>
                  <a:gd name="connsiteX92" fmla="*/ 1648601 w 2032000"/>
                  <a:gd name="connsiteY92" fmla="*/ 1085555 h 3339939"/>
                  <a:gd name="connsiteX93" fmla="*/ 1637182 w 2032000"/>
                  <a:gd name="connsiteY93" fmla="*/ 1116026 h 3339939"/>
                  <a:gd name="connsiteX94" fmla="*/ 1720919 w 2032000"/>
                  <a:gd name="connsiteY94" fmla="*/ 1116026 h 3339939"/>
                  <a:gd name="connsiteX95" fmla="*/ 1724725 w 2032000"/>
                  <a:gd name="connsiteY95" fmla="*/ 1127453 h 3339939"/>
                  <a:gd name="connsiteX96" fmla="*/ 1648601 w 2032000"/>
                  <a:gd name="connsiteY96" fmla="*/ 1169352 h 3339939"/>
                  <a:gd name="connsiteX97" fmla="*/ 1652407 w 2032000"/>
                  <a:gd name="connsiteY97" fmla="*/ 1192206 h 3339939"/>
                  <a:gd name="connsiteX98" fmla="*/ 1568671 w 2032000"/>
                  <a:gd name="connsiteY98" fmla="*/ 1173161 h 3339939"/>
                  <a:gd name="connsiteX99" fmla="*/ 1587702 w 2032000"/>
                  <a:gd name="connsiteY99" fmla="*/ 1211250 h 3339939"/>
                  <a:gd name="connsiteX100" fmla="*/ 1572477 w 2032000"/>
                  <a:gd name="connsiteY100" fmla="*/ 1218868 h 3339939"/>
                  <a:gd name="connsiteX101" fmla="*/ 1583895 w 2032000"/>
                  <a:gd name="connsiteY101" fmla="*/ 1249340 h 3339939"/>
                  <a:gd name="connsiteX102" fmla="*/ 1534415 w 2032000"/>
                  <a:gd name="connsiteY102" fmla="*/ 1237913 h 3339939"/>
                  <a:gd name="connsiteX103" fmla="*/ 1496353 w 2032000"/>
                  <a:gd name="connsiteY103" fmla="*/ 1298857 h 3339939"/>
                  <a:gd name="connsiteX104" fmla="*/ 1443066 w 2032000"/>
                  <a:gd name="connsiteY104" fmla="*/ 1264576 h 3339939"/>
                  <a:gd name="connsiteX105" fmla="*/ 1366942 w 2032000"/>
                  <a:gd name="connsiteY105" fmla="*/ 1260767 h 3339939"/>
                  <a:gd name="connsiteX106" fmla="*/ 1359329 w 2032000"/>
                  <a:gd name="connsiteY106" fmla="*/ 1295048 h 3339939"/>
                  <a:gd name="connsiteX107" fmla="*/ 1245143 w 2032000"/>
                  <a:gd name="connsiteY107" fmla="*/ 1268385 h 3339939"/>
                  <a:gd name="connsiteX108" fmla="*/ 1397391 w 2032000"/>
                  <a:gd name="connsiteY108" fmla="*/ 1348373 h 3339939"/>
                  <a:gd name="connsiteX109" fmla="*/ 1564864 w 2032000"/>
                  <a:gd name="connsiteY109" fmla="*/ 1329328 h 3339939"/>
                  <a:gd name="connsiteX110" fmla="*/ 1572477 w 2032000"/>
                  <a:gd name="connsiteY110" fmla="*/ 1336946 h 3339939"/>
                  <a:gd name="connsiteX111" fmla="*/ 1557252 w 2032000"/>
                  <a:gd name="connsiteY111" fmla="*/ 1394081 h 3339939"/>
                  <a:gd name="connsiteX112" fmla="*/ 1690469 w 2032000"/>
                  <a:gd name="connsiteY112" fmla="*/ 1359800 h 3339939"/>
                  <a:gd name="connsiteX113" fmla="*/ 1686663 w 2032000"/>
                  <a:gd name="connsiteY113" fmla="*/ 1382654 h 3339939"/>
                  <a:gd name="connsiteX114" fmla="*/ 1793237 w 2032000"/>
                  <a:gd name="connsiteY114" fmla="*/ 1413125 h 3339939"/>
                  <a:gd name="connsiteX115" fmla="*/ 1698082 w 2032000"/>
                  <a:gd name="connsiteY115" fmla="*/ 1481687 h 3339939"/>
                  <a:gd name="connsiteX116" fmla="*/ 1717113 w 2032000"/>
                  <a:gd name="connsiteY116" fmla="*/ 1496923 h 3339939"/>
                  <a:gd name="connsiteX117" fmla="*/ 1675244 w 2032000"/>
                  <a:gd name="connsiteY117" fmla="*/ 1519776 h 3339939"/>
                  <a:gd name="connsiteX118" fmla="*/ 1694275 w 2032000"/>
                  <a:gd name="connsiteY118" fmla="*/ 1557866 h 3339939"/>
                  <a:gd name="connsiteX119" fmla="*/ 1568671 w 2032000"/>
                  <a:gd name="connsiteY119" fmla="*/ 1557866 h 3339939"/>
                  <a:gd name="connsiteX120" fmla="*/ 1568671 w 2032000"/>
                  <a:gd name="connsiteY120" fmla="*/ 1588338 h 3339939"/>
                  <a:gd name="connsiteX121" fmla="*/ 1503965 w 2032000"/>
                  <a:gd name="connsiteY121" fmla="*/ 1554057 h 3339939"/>
                  <a:gd name="connsiteX122" fmla="*/ 1496353 w 2032000"/>
                  <a:gd name="connsiteY122" fmla="*/ 1584529 h 3339939"/>
                  <a:gd name="connsiteX123" fmla="*/ 1378360 w 2032000"/>
                  <a:gd name="connsiteY123" fmla="*/ 1546439 h 3339939"/>
                  <a:gd name="connsiteX124" fmla="*/ 1507771 w 2032000"/>
                  <a:gd name="connsiteY124" fmla="*/ 1641663 h 3339939"/>
                  <a:gd name="connsiteX125" fmla="*/ 1663826 w 2032000"/>
                  <a:gd name="connsiteY125" fmla="*/ 1592147 h 3339939"/>
                  <a:gd name="connsiteX126" fmla="*/ 1667632 w 2032000"/>
                  <a:gd name="connsiteY126" fmla="*/ 1599765 h 3339939"/>
                  <a:gd name="connsiteX127" fmla="*/ 1652407 w 2032000"/>
                  <a:gd name="connsiteY127" fmla="*/ 1634045 h 3339939"/>
                  <a:gd name="connsiteX128" fmla="*/ 1709500 w 2032000"/>
                  <a:gd name="connsiteY128" fmla="*/ 1618810 h 3339939"/>
                  <a:gd name="connsiteX129" fmla="*/ 1663826 w 2032000"/>
                  <a:gd name="connsiteY129" fmla="*/ 1668326 h 3339939"/>
                  <a:gd name="connsiteX130" fmla="*/ 1755175 w 2032000"/>
                  <a:gd name="connsiteY130" fmla="*/ 1649281 h 3339939"/>
                  <a:gd name="connsiteX131" fmla="*/ 1857942 w 2032000"/>
                  <a:gd name="connsiteY131" fmla="*/ 1702607 h 3339939"/>
                  <a:gd name="connsiteX132" fmla="*/ 1808462 w 2032000"/>
                  <a:gd name="connsiteY132" fmla="*/ 1733079 h 3339939"/>
                  <a:gd name="connsiteX133" fmla="*/ 1812268 w 2032000"/>
                  <a:gd name="connsiteY133" fmla="*/ 1740696 h 3339939"/>
                  <a:gd name="connsiteX134" fmla="*/ 1857942 w 2032000"/>
                  <a:gd name="connsiteY134" fmla="*/ 1725461 h 3339939"/>
                  <a:gd name="connsiteX135" fmla="*/ 1873167 w 2032000"/>
                  <a:gd name="connsiteY135" fmla="*/ 1721652 h 3339939"/>
                  <a:gd name="connsiteX136" fmla="*/ 1915035 w 2032000"/>
                  <a:gd name="connsiteY136" fmla="*/ 1736887 h 3339939"/>
                  <a:gd name="connsiteX137" fmla="*/ 1918842 w 2032000"/>
                  <a:gd name="connsiteY137" fmla="*/ 1725461 h 3339939"/>
                  <a:gd name="connsiteX138" fmla="*/ 1896004 w 2032000"/>
                  <a:gd name="connsiteY138" fmla="*/ 1679753 h 3339939"/>
                  <a:gd name="connsiteX139" fmla="*/ 1896004 w 2032000"/>
                  <a:gd name="connsiteY139" fmla="*/ 1649281 h 3339939"/>
                  <a:gd name="connsiteX140" fmla="*/ 1869361 w 2032000"/>
                  <a:gd name="connsiteY140" fmla="*/ 1630236 h 3339939"/>
                  <a:gd name="connsiteX141" fmla="*/ 1899811 w 2032000"/>
                  <a:gd name="connsiteY141" fmla="*/ 1618810 h 3339939"/>
                  <a:gd name="connsiteX142" fmla="*/ 1899811 w 2032000"/>
                  <a:gd name="connsiteY142" fmla="*/ 1580720 h 3339939"/>
                  <a:gd name="connsiteX143" fmla="*/ 1884586 w 2032000"/>
                  <a:gd name="connsiteY143" fmla="*/ 1573102 h 3339939"/>
                  <a:gd name="connsiteX144" fmla="*/ 1797043 w 2032000"/>
                  <a:gd name="connsiteY144" fmla="*/ 1576911 h 3339939"/>
                  <a:gd name="connsiteX145" fmla="*/ 1717113 w 2032000"/>
                  <a:gd name="connsiteY145" fmla="*/ 1573102 h 3339939"/>
                  <a:gd name="connsiteX146" fmla="*/ 1758981 w 2032000"/>
                  <a:gd name="connsiteY146" fmla="*/ 1493114 h 3339939"/>
                  <a:gd name="connsiteX147" fmla="*/ 1808462 w 2032000"/>
                  <a:gd name="connsiteY147" fmla="*/ 1443597 h 3339939"/>
                  <a:gd name="connsiteX148" fmla="*/ 1846524 w 2032000"/>
                  <a:gd name="connsiteY148" fmla="*/ 1432170 h 3339939"/>
                  <a:gd name="connsiteX149" fmla="*/ 1888392 w 2032000"/>
                  <a:gd name="connsiteY149" fmla="*/ 1367418 h 3339939"/>
                  <a:gd name="connsiteX150" fmla="*/ 1899811 w 2032000"/>
                  <a:gd name="connsiteY150" fmla="*/ 1298857 h 3339939"/>
                  <a:gd name="connsiteX151" fmla="*/ 1960710 w 2032000"/>
                  <a:gd name="connsiteY151" fmla="*/ 1291239 h 3339939"/>
                  <a:gd name="connsiteX152" fmla="*/ 1975935 w 2032000"/>
                  <a:gd name="connsiteY152" fmla="*/ 1329328 h 3339939"/>
                  <a:gd name="connsiteX153" fmla="*/ 2021609 w 2032000"/>
                  <a:gd name="connsiteY153" fmla="*/ 1291239 h 3339939"/>
                  <a:gd name="connsiteX154" fmla="*/ 2032000 w 2032000"/>
                  <a:gd name="connsiteY154" fmla="*/ 1287046 h 3339939"/>
                  <a:gd name="connsiteX155" fmla="*/ 2032000 w 2032000"/>
                  <a:gd name="connsiteY155" fmla="*/ 3339939 h 3339939"/>
                  <a:gd name="connsiteX156" fmla="*/ 0 w 2032000"/>
                  <a:gd name="connsiteY156" fmla="*/ 3339939 h 3339939"/>
                  <a:gd name="connsiteX157" fmla="*/ 0 w 2032000"/>
                  <a:gd name="connsiteY157" fmla="*/ 963516 h 3339939"/>
                  <a:gd name="connsiteX158" fmla="*/ 11932 w 2032000"/>
                  <a:gd name="connsiteY158" fmla="*/ 986522 h 3339939"/>
                  <a:gd name="connsiteX159" fmla="*/ 57607 w 2032000"/>
                  <a:gd name="connsiteY159" fmla="*/ 1081746 h 3339939"/>
                  <a:gd name="connsiteX160" fmla="*/ 99475 w 2032000"/>
                  <a:gd name="connsiteY160" fmla="*/ 1104599 h 3339939"/>
                  <a:gd name="connsiteX161" fmla="*/ 95669 w 2032000"/>
                  <a:gd name="connsiteY161" fmla="*/ 1138880 h 3339939"/>
                  <a:gd name="connsiteX162" fmla="*/ 69026 w 2032000"/>
                  <a:gd name="connsiteY162" fmla="*/ 1199823 h 3339939"/>
                  <a:gd name="connsiteX163" fmla="*/ 126119 w 2032000"/>
                  <a:gd name="connsiteY163" fmla="*/ 1192206 h 3339939"/>
                  <a:gd name="connsiteX164" fmla="*/ 122312 w 2032000"/>
                  <a:gd name="connsiteY164" fmla="*/ 1245531 h 3339939"/>
                  <a:gd name="connsiteX165" fmla="*/ 145150 w 2032000"/>
                  <a:gd name="connsiteY165" fmla="*/ 1283621 h 3339939"/>
                  <a:gd name="connsiteX166" fmla="*/ 152762 w 2032000"/>
                  <a:gd name="connsiteY166" fmla="*/ 1314092 h 3339939"/>
                  <a:gd name="connsiteX167" fmla="*/ 171793 w 2032000"/>
                  <a:gd name="connsiteY167" fmla="*/ 1386463 h 3339939"/>
                  <a:gd name="connsiteX168" fmla="*/ 156568 w 2032000"/>
                  <a:gd name="connsiteY168" fmla="*/ 1424552 h 3339939"/>
                  <a:gd name="connsiteX169" fmla="*/ 122312 w 2032000"/>
                  <a:gd name="connsiteY169" fmla="*/ 1466451 h 3339939"/>
                  <a:gd name="connsiteX170" fmla="*/ 133731 w 2032000"/>
                  <a:gd name="connsiteY170" fmla="*/ 1474069 h 3339939"/>
                  <a:gd name="connsiteX171" fmla="*/ 156568 w 2032000"/>
                  <a:gd name="connsiteY171" fmla="*/ 1455024 h 3339939"/>
                  <a:gd name="connsiteX172" fmla="*/ 194630 w 2032000"/>
                  <a:gd name="connsiteY172" fmla="*/ 1477878 h 3339939"/>
                  <a:gd name="connsiteX173" fmla="*/ 221274 w 2032000"/>
                  <a:gd name="connsiteY173" fmla="*/ 1424552 h 3339939"/>
                  <a:gd name="connsiteX174" fmla="*/ 213661 w 2032000"/>
                  <a:gd name="connsiteY174" fmla="*/ 1420743 h 3339939"/>
                  <a:gd name="connsiteX175" fmla="*/ 255530 w 2032000"/>
                  <a:gd name="connsiteY175" fmla="*/ 1394081 h 3339939"/>
                  <a:gd name="connsiteX176" fmla="*/ 278367 w 2032000"/>
                  <a:gd name="connsiteY176" fmla="*/ 1424552 h 3339939"/>
                  <a:gd name="connsiteX177" fmla="*/ 247917 w 2032000"/>
                  <a:gd name="connsiteY177" fmla="*/ 1496923 h 3339939"/>
                  <a:gd name="connsiteX178" fmla="*/ 293592 w 2032000"/>
                  <a:gd name="connsiteY178" fmla="*/ 1474069 h 3339939"/>
                  <a:gd name="connsiteX179" fmla="*/ 301204 w 2032000"/>
                  <a:gd name="connsiteY179" fmla="*/ 1477878 h 3339939"/>
                  <a:gd name="connsiteX180" fmla="*/ 240305 w 2032000"/>
                  <a:gd name="connsiteY180" fmla="*/ 1576911 h 3339939"/>
                  <a:gd name="connsiteX181" fmla="*/ 316429 w 2032000"/>
                  <a:gd name="connsiteY181" fmla="*/ 1554057 h 3339939"/>
                  <a:gd name="connsiteX182" fmla="*/ 247917 w 2032000"/>
                  <a:gd name="connsiteY182" fmla="*/ 1641663 h 3339939"/>
                  <a:gd name="connsiteX183" fmla="*/ 251723 w 2032000"/>
                  <a:gd name="connsiteY183" fmla="*/ 1717843 h 3339939"/>
                  <a:gd name="connsiteX184" fmla="*/ 339266 w 2032000"/>
                  <a:gd name="connsiteY184" fmla="*/ 1603574 h 3339939"/>
                  <a:gd name="connsiteX185" fmla="*/ 346879 w 2032000"/>
                  <a:gd name="connsiteY185" fmla="*/ 1641663 h 3339939"/>
                  <a:gd name="connsiteX186" fmla="*/ 312623 w 2032000"/>
                  <a:gd name="connsiteY186" fmla="*/ 1805449 h 3339939"/>
                  <a:gd name="connsiteX187" fmla="*/ 442034 w 2032000"/>
                  <a:gd name="connsiteY187" fmla="*/ 1752123 h 3339939"/>
                  <a:gd name="connsiteX188" fmla="*/ 453452 w 2032000"/>
                  <a:gd name="connsiteY188" fmla="*/ 1763550 h 3339939"/>
                  <a:gd name="connsiteX189" fmla="*/ 442034 w 2032000"/>
                  <a:gd name="connsiteY189" fmla="*/ 1809258 h 3339939"/>
                  <a:gd name="connsiteX190" fmla="*/ 453452 w 2032000"/>
                  <a:gd name="connsiteY190" fmla="*/ 1805449 h 3339939"/>
                  <a:gd name="connsiteX191" fmla="*/ 461065 w 2032000"/>
                  <a:gd name="connsiteY191" fmla="*/ 1816876 h 3339939"/>
                  <a:gd name="connsiteX192" fmla="*/ 499127 w 2032000"/>
                  <a:gd name="connsiteY192" fmla="*/ 1786404 h 3339939"/>
                  <a:gd name="connsiteX193" fmla="*/ 525770 w 2032000"/>
                  <a:gd name="connsiteY193" fmla="*/ 1774977 h 3339939"/>
                  <a:gd name="connsiteX194" fmla="*/ 750336 w 2032000"/>
                  <a:gd name="connsiteY194" fmla="*/ 1710225 h 3339939"/>
                  <a:gd name="connsiteX195" fmla="*/ 731305 w 2032000"/>
                  <a:gd name="connsiteY195" fmla="*/ 1660708 h 3339939"/>
                  <a:gd name="connsiteX196" fmla="*/ 780786 w 2032000"/>
                  <a:gd name="connsiteY196" fmla="*/ 1649281 h 3339939"/>
                  <a:gd name="connsiteX197" fmla="*/ 716081 w 2032000"/>
                  <a:gd name="connsiteY197" fmla="*/ 1645472 h 3339939"/>
                  <a:gd name="connsiteX198" fmla="*/ 624732 w 2032000"/>
                  <a:gd name="connsiteY198" fmla="*/ 1668326 h 3339939"/>
                  <a:gd name="connsiteX199" fmla="*/ 624732 w 2032000"/>
                  <a:gd name="connsiteY199" fmla="*/ 1653090 h 3339939"/>
                  <a:gd name="connsiteX200" fmla="*/ 594282 w 2032000"/>
                  <a:gd name="connsiteY200" fmla="*/ 1653090 h 3339939"/>
                  <a:gd name="connsiteX201" fmla="*/ 586670 w 2032000"/>
                  <a:gd name="connsiteY201" fmla="*/ 1618810 h 3339939"/>
                  <a:gd name="connsiteX202" fmla="*/ 582863 w 2032000"/>
                  <a:gd name="connsiteY202" fmla="*/ 1630236 h 3339939"/>
                  <a:gd name="connsiteX203" fmla="*/ 533383 w 2032000"/>
                  <a:gd name="connsiteY203" fmla="*/ 1611192 h 3339939"/>
                  <a:gd name="connsiteX204" fmla="*/ 499127 w 2032000"/>
                  <a:gd name="connsiteY204" fmla="*/ 1576911 h 3339939"/>
                  <a:gd name="connsiteX205" fmla="*/ 472483 w 2032000"/>
                  <a:gd name="connsiteY205" fmla="*/ 1557866 h 3339939"/>
                  <a:gd name="connsiteX206" fmla="*/ 480096 w 2032000"/>
                  <a:gd name="connsiteY206" fmla="*/ 1550248 h 3339939"/>
                  <a:gd name="connsiteX207" fmla="*/ 544801 w 2032000"/>
                  <a:gd name="connsiteY207" fmla="*/ 1550248 h 3339939"/>
                  <a:gd name="connsiteX208" fmla="*/ 582863 w 2032000"/>
                  <a:gd name="connsiteY208" fmla="*/ 1542630 h 3339939"/>
                  <a:gd name="connsiteX209" fmla="*/ 598088 w 2032000"/>
                  <a:gd name="connsiteY209" fmla="*/ 1550248 h 3339939"/>
                  <a:gd name="connsiteX210" fmla="*/ 708468 w 2032000"/>
                  <a:gd name="connsiteY210" fmla="*/ 1527394 h 3339939"/>
                  <a:gd name="connsiteX211" fmla="*/ 651375 w 2032000"/>
                  <a:gd name="connsiteY211" fmla="*/ 1496923 h 3339939"/>
                  <a:gd name="connsiteX212" fmla="*/ 590476 w 2032000"/>
                  <a:gd name="connsiteY212" fmla="*/ 1466451 h 3339939"/>
                  <a:gd name="connsiteX213" fmla="*/ 560026 w 2032000"/>
                  <a:gd name="connsiteY213" fmla="*/ 1462642 h 3339939"/>
                  <a:gd name="connsiteX214" fmla="*/ 567639 w 2032000"/>
                  <a:gd name="connsiteY214" fmla="*/ 1455024 h 3339939"/>
                  <a:gd name="connsiteX215" fmla="*/ 510545 w 2032000"/>
                  <a:gd name="connsiteY215" fmla="*/ 1394081 h 3339939"/>
                  <a:gd name="connsiteX216" fmla="*/ 605701 w 2032000"/>
                  <a:gd name="connsiteY216" fmla="*/ 1382654 h 3339939"/>
                  <a:gd name="connsiteX217" fmla="*/ 605701 w 2032000"/>
                  <a:gd name="connsiteY217" fmla="*/ 1367418 h 3339939"/>
                  <a:gd name="connsiteX218" fmla="*/ 609507 w 2032000"/>
                  <a:gd name="connsiteY218" fmla="*/ 1344564 h 3339939"/>
                  <a:gd name="connsiteX219" fmla="*/ 826461 w 2032000"/>
                  <a:gd name="connsiteY219" fmla="*/ 1348373 h 3339939"/>
                  <a:gd name="connsiteX220" fmla="*/ 704662 w 2032000"/>
                  <a:gd name="connsiteY220" fmla="*/ 1222677 h 3339939"/>
                  <a:gd name="connsiteX221" fmla="*/ 681825 w 2032000"/>
                  <a:gd name="connsiteY221" fmla="*/ 1245531 h 3339939"/>
                  <a:gd name="connsiteX222" fmla="*/ 567639 w 2032000"/>
                  <a:gd name="connsiteY222" fmla="*/ 1188397 h 3339939"/>
                  <a:gd name="connsiteX223" fmla="*/ 575251 w 2032000"/>
                  <a:gd name="connsiteY223" fmla="*/ 1165543 h 3339939"/>
                  <a:gd name="connsiteX224" fmla="*/ 499127 w 2032000"/>
                  <a:gd name="connsiteY224" fmla="*/ 1127453 h 3339939"/>
                  <a:gd name="connsiteX225" fmla="*/ 502933 w 2032000"/>
                  <a:gd name="connsiteY225" fmla="*/ 1116026 h 3339939"/>
                  <a:gd name="connsiteX226" fmla="*/ 601894 w 2032000"/>
                  <a:gd name="connsiteY226" fmla="*/ 1127453 h 3339939"/>
                  <a:gd name="connsiteX227" fmla="*/ 594282 w 2032000"/>
                  <a:gd name="connsiteY227" fmla="*/ 1077937 h 3339939"/>
                  <a:gd name="connsiteX228" fmla="*/ 678018 w 2032000"/>
                  <a:gd name="connsiteY228" fmla="*/ 1127453 h 3339939"/>
                  <a:gd name="connsiteX229" fmla="*/ 658987 w 2032000"/>
                  <a:gd name="connsiteY229" fmla="*/ 1051274 h 3339939"/>
                  <a:gd name="connsiteX230" fmla="*/ 765561 w 2032000"/>
                  <a:gd name="connsiteY230" fmla="*/ 1058892 h 3339939"/>
                  <a:gd name="connsiteX231" fmla="*/ 769367 w 2032000"/>
                  <a:gd name="connsiteY231" fmla="*/ 1024611 h 3339939"/>
                  <a:gd name="connsiteX232" fmla="*/ 719887 w 2032000"/>
                  <a:gd name="connsiteY232" fmla="*/ 1009375 h 3339939"/>
                  <a:gd name="connsiteX233" fmla="*/ 716081 w 2032000"/>
                  <a:gd name="connsiteY233" fmla="*/ 1016993 h 3339939"/>
                  <a:gd name="connsiteX234" fmla="*/ 712274 w 2032000"/>
                  <a:gd name="connsiteY234" fmla="*/ 990331 h 3339939"/>
                  <a:gd name="connsiteX235" fmla="*/ 678018 w 2032000"/>
                  <a:gd name="connsiteY235" fmla="*/ 986522 h 3339939"/>
                  <a:gd name="connsiteX236" fmla="*/ 636150 w 2032000"/>
                  <a:gd name="connsiteY236" fmla="*/ 959859 h 3339939"/>
                  <a:gd name="connsiteX237" fmla="*/ 643763 w 2032000"/>
                  <a:gd name="connsiteY237" fmla="*/ 940814 h 3339939"/>
                  <a:gd name="connsiteX238" fmla="*/ 620925 w 2032000"/>
                  <a:gd name="connsiteY238" fmla="*/ 917960 h 3339939"/>
                  <a:gd name="connsiteX239" fmla="*/ 651375 w 2032000"/>
                  <a:gd name="connsiteY239" fmla="*/ 895106 h 3339939"/>
                  <a:gd name="connsiteX240" fmla="*/ 678018 w 2032000"/>
                  <a:gd name="connsiteY240" fmla="*/ 898915 h 3339939"/>
                  <a:gd name="connsiteX241" fmla="*/ 716081 w 2032000"/>
                  <a:gd name="connsiteY241" fmla="*/ 872253 h 3339939"/>
                  <a:gd name="connsiteX242" fmla="*/ 811236 w 2032000"/>
                  <a:gd name="connsiteY242" fmla="*/ 898915 h 3339939"/>
                  <a:gd name="connsiteX243" fmla="*/ 796011 w 2032000"/>
                  <a:gd name="connsiteY243" fmla="*/ 860826 h 3339939"/>
                  <a:gd name="connsiteX244" fmla="*/ 803623 w 2032000"/>
                  <a:gd name="connsiteY244" fmla="*/ 853208 h 3339939"/>
                  <a:gd name="connsiteX245" fmla="*/ 887360 w 2032000"/>
                  <a:gd name="connsiteY245" fmla="*/ 891297 h 3339939"/>
                  <a:gd name="connsiteX246" fmla="*/ 917809 w 2032000"/>
                  <a:gd name="connsiteY246" fmla="*/ 895106 h 3339939"/>
                  <a:gd name="connsiteX247" fmla="*/ 1066251 w 2032000"/>
                  <a:gd name="connsiteY247" fmla="*/ 799882 h 3339939"/>
                  <a:gd name="connsiteX248" fmla="*/ 1085283 w 2032000"/>
                  <a:gd name="connsiteY248" fmla="*/ 761793 h 3339939"/>
                  <a:gd name="connsiteX249" fmla="*/ 1077670 w 2032000"/>
                  <a:gd name="connsiteY249" fmla="*/ 757984 h 3339939"/>
                  <a:gd name="connsiteX250" fmla="*/ 1001546 w 2032000"/>
                  <a:gd name="connsiteY250" fmla="*/ 815118 h 3339939"/>
                  <a:gd name="connsiteX251" fmla="*/ 906391 w 2032000"/>
                  <a:gd name="connsiteY251" fmla="*/ 853208 h 3339939"/>
                  <a:gd name="connsiteX252" fmla="*/ 894972 w 2032000"/>
                  <a:gd name="connsiteY252" fmla="*/ 860826 h 3339939"/>
                  <a:gd name="connsiteX253" fmla="*/ 887360 w 2032000"/>
                  <a:gd name="connsiteY253" fmla="*/ 834163 h 3339939"/>
                  <a:gd name="connsiteX254" fmla="*/ 875941 w 2032000"/>
                  <a:gd name="connsiteY254" fmla="*/ 837972 h 3339939"/>
                  <a:gd name="connsiteX255" fmla="*/ 837879 w 2032000"/>
                  <a:gd name="connsiteY255" fmla="*/ 841781 h 3339939"/>
                  <a:gd name="connsiteX256" fmla="*/ 856910 w 2032000"/>
                  <a:gd name="connsiteY256" fmla="*/ 811309 h 3339939"/>
                  <a:gd name="connsiteX257" fmla="*/ 894972 w 2032000"/>
                  <a:gd name="connsiteY257" fmla="*/ 780838 h 3339939"/>
                  <a:gd name="connsiteX258" fmla="*/ 792205 w 2032000"/>
                  <a:gd name="connsiteY258" fmla="*/ 822736 h 3339939"/>
                  <a:gd name="connsiteX259" fmla="*/ 776980 w 2032000"/>
                  <a:gd name="connsiteY259" fmla="*/ 815118 h 3339939"/>
                  <a:gd name="connsiteX260" fmla="*/ 754143 w 2032000"/>
                  <a:gd name="connsiteY260" fmla="*/ 777029 h 3339939"/>
                  <a:gd name="connsiteX261" fmla="*/ 796011 w 2032000"/>
                  <a:gd name="connsiteY261" fmla="*/ 746557 h 3339939"/>
                  <a:gd name="connsiteX262" fmla="*/ 792205 w 2032000"/>
                  <a:gd name="connsiteY262" fmla="*/ 738939 h 3339939"/>
                  <a:gd name="connsiteX263" fmla="*/ 754143 w 2032000"/>
                  <a:gd name="connsiteY263" fmla="*/ 761793 h 3339939"/>
                  <a:gd name="connsiteX264" fmla="*/ 712274 w 2032000"/>
                  <a:gd name="connsiteY264" fmla="*/ 788455 h 3339939"/>
                  <a:gd name="connsiteX265" fmla="*/ 689437 w 2032000"/>
                  <a:gd name="connsiteY265" fmla="*/ 777029 h 3339939"/>
                  <a:gd name="connsiteX266" fmla="*/ 697050 w 2032000"/>
                  <a:gd name="connsiteY266" fmla="*/ 757984 h 3339939"/>
                  <a:gd name="connsiteX267" fmla="*/ 712274 w 2032000"/>
                  <a:gd name="connsiteY267" fmla="*/ 742748 h 3339939"/>
                  <a:gd name="connsiteX268" fmla="*/ 609507 w 2032000"/>
                  <a:gd name="connsiteY268" fmla="*/ 716085 h 3339939"/>
                  <a:gd name="connsiteX269" fmla="*/ 594282 w 2032000"/>
                  <a:gd name="connsiteY269" fmla="*/ 697040 h 3339939"/>
                  <a:gd name="connsiteX270" fmla="*/ 613313 w 2032000"/>
                  <a:gd name="connsiteY270" fmla="*/ 689422 h 3339939"/>
                  <a:gd name="connsiteX271" fmla="*/ 685631 w 2032000"/>
                  <a:gd name="connsiteY271" fmla="*/ 677995 h 3339939"/>
                  <a:gd name="connsiteX272" fmla="*/ 693243 w 2032000"/>
                  <a:gd name="connsiteY272" fmla="*/ 643715 h 3339939"/>
                  <a:gd name="connsiteX273" fmla="*/ 727499 w 2032000"/>
                  <a:gd name="connsiteY273" fmla="*/ 647524 h 3339939"/>
                  <a:gd name="connsiteX274" fmla="*/ 750336 w 2032000"/>
                  <a:gd name="connsiteY274" fmla="*/ 662759 h 3339939"/>
                  <a:gd name="connsiteX275" fmla="*/ 856910 w 2032000"/>
                  <a:gd name="connsiteY275" fmla="*/ 716085 h 3339939"/>
                  <a:gd name="connsiteX276" fmla="*/ 860716 w 2032000"/>
                  <a:gd name="connsiteY276" fmla="*/ 708467 h 3339939"/>
                  <a:gd name="connsiteX277" fmla="*/ 822654 w 2032000"/>
                  <a:gd name="connsiteY277" fmla="*/ 674186 h 3339939"/>
                  <a:gd name="connsiteX278" fmla="*/ 875941 w 2032000"/>
                  <a:gd name="connsiteY278" fmla="*/ 677995 h 3339939"/>
                  <a:gd name="connsiteX279" fmla="*/ 1058639 w 2032000"/>
                  <a:gd name="connsiteY279" fmla="*/ 704658 h 3339939"/>
                  <a:gd name="connsiteX280" fmla="*/ 1077670 w 2032000"/>
                  <a:gd name="connsiteY280" fmla="*/ 674186 h 3339939"/>
                  <a:gd name="connsiteX281" fmla="*/ 1062445 w 2032000"/>
                  <a:gd name="connsiteY281" fmla="*/ 639906 h 3339939"/>
                  <a:gd name="connsiteX282" fmla="*/ 1001546 w 2032000"/>
                  <a:gd name="connsiteY282" fmla="*/ 681804 h 3339939"/>
                  <a:gd name="connsiteX283" fmla="*/ 993934 w 2032000"/>
                  <a:gd name="connsiteY283" fmla="*/ 651333 h 3339939"/>
                  <a:gd name="connsiteX284" fmla="*/ 940647 w 2032000"/>
                  <a:gd name="connsiteY284" fmla="*/ 658951 h 3339939"/>
                  <a:gd name="connsiteX285" fmla="*/ 936840 w 2032000"/>
                  <a:gd name="connsiteY285" fmla="*/ 647524 h 3339939"/>
                  <a:gd name="connsiteX286" fmla="*/ 971096 w 2032000"/>
                  <a:gd name="connsiteY286" fmla="*/ 613243 h 3339939"/>
                  <a:gd name="connsiteX287" fmla="*/ 936840 w 2032000"/>
                  <a:gd name="connsiteY287" fmla="*/ 620861 h 3339939"/>
                  <a:gd name="connsiteX288" fmla="*/ 906391 w 2032000"/>
                  <a:gd name="connsiteY288" fmla="*/ 624670 h 3339939"/>
                  <a:gd name="connsiteX289" fmla="*/ 837879 w 2032000"/>
                  <a:gd name="connsiteY289" fmla="*/ 613243 h 3339939"/>
                  <a:gd name="connsiteX290" fmla="*/ 807429 w 2032000"/>
                  <a:gd name="connsiteY290" fmla="*/ 594198 h 3339939"/>
                  <a:gd name="connsiteX291" fmla="*/ 830267 w 2032000"/>
                  <a:gd name="connsiteY291" fmla="*/ 571344 h 3339939"/>
                  <a:gd name="connsiteX292" fmla="*/ 879747 w 2032000"/>
                  <a:gd name="connsiteY292" fmla="*/ 559918 h 3339939"/>
                  <a:gd name="connsiteX293" fmla="*/ 799817 w 2032000"/>
                  <a:gd name="connsiteY293" fmla="*/ 498974 h 3339939"/>
                  <a:gd name="connsiteX294" fmla="*/ 803623 w 2032000"/>
                  <a:gd name="connsiteY294" fmla="*/ 476120 h 3339939"/>
                  <a:gd name="connsiteX295" fmla="*/ 837879 w 2032000"/>
                  <a:gd name="connsiteY295" fmla="*/ 464693 h 3339939"/>
                  <a:gd name="connsiteX296" fmla="*/ 796011 w 2032000"/>
                  <a:gd name="connsiteY296" fmla="*/ 388514 h 3339939"/>
                  <a:gd name="connsiteX297" fmla="*/ 891166 w 2032000"/>
                  <a:gd name="connsiteY297" fmla="*/ 441840 h 3339939"/>
                  <a:gd name="connsiteX298" fmla="*/ 948259 w 2032000"/>
                  <a:gd name="connsiteY298" fmla="*/ 441840 h 3339939"/>
                  <a:gd name="connsiteX299" fmla="*/ 971096 w 2032000"/>
                  <a:gd name="connsiteY299" fmla="*/ 434222 h 3339939"/>
                  <a:gd name="connsiteX300" fmla="*/ 929228 w 2032000"/>
                  <a:gd name="connsiteY300" fmla="*/ 358042 h 3339939"/>
                  <a:gd name="connsiteX301" fmla="*/ 993934 w 2032000"/>
                  <a:gd name="connsiteY301" fmla="*/ 388514 h 3339939"/>
                  <a:gd name="connsiteX302" fmla="*/ 990127 w 2032000"/>
                  <a:gd name="connsiteY302" fmla="*/ 335189 h 3339939"/>
                  <a:gd name="connsiteX303" fmla="*/ 986321 w 2032000"/>
                  <a:gd name="connsiteY303" fmla="*/ 342807 h 3339939"/>
                  <a:gd name="connsiteX304" fmla="*/ 936840 w 2032000"/>
                  <a:gd name="connsiteY304" fmla="*/ 335189 h 3339939"/>
                  <a:gd name="connsiteX305" fmla="*/ 959678 w 2032000"/>
                  <a:gd name="connsiteY305" fmla="*/ 297099 h 3339939"/>
                  <a:gd name="connsiteX306" fmla="*/ 914003 w 2032000"/>
                  <a:gd name="connsiteY306" fmla="*/ 224729 h 3339939"/>
                  <a:gd name="connsiteX307" fmla="*/ 910197 w 2032000"/>
                  <a:gd name="connsiteY307" fmla="*/ 194257 h 3339939"/>
                  <a:gd name="connsiteX308" fmla="*/ 940647 w 2032000"/>
                  <a:gd name="connsiteY308" fmla="*/ 201875 h 3339939"/>
                  <a:gd name="connsiteX309" fmla="*/ 974903 w 2032000"/>
                  <a:gd name="connsiteY309" fmla="*/ 220920 h 3339939"/>
                  <a:gd name="connsiteX310" fmla="*/ 1001546 w 2032000"/>
                  <a:gd name="connsiteY310" fmla="*/ 186639 h 3339939"/>
                  <a:gd name="connsiteX311" fmla="*/ 1024383 w 2032000"/>
                  <a:gd name="connsiteY311" fmla="*/ 217111 h 3339939"/>
                  <a:gd name="connsiteX312" fmla="*/ 1028189 w 2032000"/>
                  <a:gd name="connsiteY312" fmla="*/ 236156 h 3339939"/>
                  <a:gd name="connsiteX313" fmla="*/ 1051027 w 2032000"/>
                  <a:gd name="connsiteY313" fmla="*/ 308526 h 3339939"/>
                  <a:gd name="connsiteX314" fmla="*/ 1062445 w 2032000"/>
                  <a:gd name="connsiteY314" fmla="*/ 289481 h 3339939"/>
                  <a:gd name="connsiteX315" fmla="*/ 1024383 w 2032000"/>
                  <a:gd name="connsiteY315" fmla="*/ 167594 h 3339939"/>
                  <a:gd name="connsiteX316" fmla="*/ 997740 w 2032000"/>
                  <a:gd name="connsiteY316" fmla="*/ 87606 h 3339939"/>
                  <a:gd name="connsiteX317" fmla="*/ 1070058 w 2032000"/>
                  <a:gd name="connsiteY317" fmla="*/ 152358 h 3339939"/>
                  <a:gd name="connsiteX318" fmla="*/ 1077670 w 2032000"/>
                  <a:gd name="connsiteY318" fmla="*/ 152358 h 3339939"/>
                  <a:gd name="connsiteX319" fmla="*/ 1077670 w 2032000"/>
                  <a:gd name="connsiteY319" fmla="*/ 0 h 3339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</a:cxnLst>
                <a:rect l="l" t="t" r="r" b="b"/>
                <a:pathLst>
                  <a:path w="2032000" h="3339939">
                    <a:moveTo>
                      <a:pt x="1077670" y="0"/>
                    </a:moveTo>
                    <a:cubicBezTo>
                      <a:pt x="1123345" y="30471"/>
                      <a:pt x="1100507" y="87606"/>
                      <a:pt x="1123345" y="133313"/>
                    </a:cubicBezTo>
                    <a:cubicBezTo>
                      <a:pt x="1142376" y="102842"/>
                      <a:pt x="1153794" y="72370"/>
                      <a:pt x="1195662" y="79988"/>
                    </a:cubicBezTo>
                    <a:cubicBezTo>
                      <a:pt x="1172825" y="148549"/>
                      <a:pt x="1089089" y="190448"/>
                      <a:pt x="1115732" y="278054"/>
                    </a:cubicBezTo>
                    <a:cubicBezTo>
                      <a:pt x="1138569" y="243773"/>
                      <a:pt x="1157600" y="213302"/>
                      <a:pt x="1180438" y="179021"/>
                    </a:cubicBezTo>
                    <a:cubicBezTo>
                      <a:pt x="1184244" y="179021"/>
                      <a:pt x="1184244" y="179021"/>
                      <a:pt x="1188050" y="182830"/>
                    </a:cubicBezTo>
                    <a:cubicBezTo>
                      <a:pt x="1191856" y="190448"/>
                      <a:pt x="1191856" y="201875"/>
                      <a:pt x="1191856" y="205684"/>
                    </a:cubicBezTo>
                    <a:cubicBezTo>
                      <a:pt x="1222306" y="194257"/>
                      <a:pt x="1252756" y="182830"/>
                      <a:pt x="1283205" y="171403"/>
                    </a:cubicBezTo>
                    <a:cubicBezTo>
                      <a:pt x="1283205" y="175212"/>
                      <a:pt x="1287011" y="179021"/>
                      <a:pt x="1287011" y="182830"/>
                    </a:cubicBezTo>
                    <a:cubicBezTo>
                      <a:pt x="1267980" y="198066"/>
                      <a:pt x="1252756" y="213302"/>
                      <a:pt x="1233725" y="228538"/>
                    </a:cubicBezTo>
                    <a:cubicBezTo>
                      <a:pt x="1256562" y="239964"/>
                      <a:pt x="1275593" y="251391"/>
                      <a:pt x="1298430" y="266627"/>
                    </a:cubicBezTo>
                    <a:cubicBezTo>
                      <a:pt x="1256562" y="293290"/>
                      <a:pt x="1214693" y="262818"/>
                      <a:pt x="1172825" y="278054"/>
                    </a:cubicBezTo>
                    <a:cubicBezTo>
                      <a:pt x="1210887" y="289481"/>
                      <a:pt x="1241337" y="304717"/>
                      <a:pt x="1260368" y="342807"/>
                    </a:cubicBezTo>
                    <a:cubicBezTo>
                      <a:pt x="1252756" y="346616"/>
                      <a:pt x="1245143" y="350424"/>
                      <a:pt x="1241337" y="350424"/>
                    </a:cubicBezTo>
                    <a:cubicBezTo>
                      <a:pt x="1218500" y="346616"/>
                      <a:pt x="1195662" y="350424"/>
                      <a:pt x="1180438" y="369469"/>
                    </a:cubicBezTo>
                    <a:cubicBezTo>
                      <a:pt x="1180438" y="369469"/>
                      <a:pt x="1165213" y="365660"/>
                      <a:pt x="1161407" y="358042"/>
                    </a:cubicBezTo>
                    <a:cubicBezTo>
                      <a:pt x="1157600" y="354233"/>
                      <a:pt x="1161407" y="346616"/>
                      <a:pt x="1161407" y="338998"/>
                    </a:cubicBezTo>
                    <a:cubicBezTo>
                      <a:pt x="1119538" y="342807"/>
                      <a:pt x="1108120" y="365660"/>
                      <a:pt x="1111926" y="403750"/>
                    </a:cubicBezTo>
                    <a:cubicBezTo>
                      <a:pt x="1119538" y="430413"/>
                      <a:pt x="1119538" y="460884"/>
                      <a:pt x="1123345" y="487547"/>
                    </a:cubicBezTo>
                    <a:cubicBezTo>
                      <a:pt x="1127151" y="498974"/>
                      <a:pt x="1127151" y="506592"/>
                      <a:pt x="1127151" y="525637"/>
                    </a:cubicBezTo>
                    <a:cubicBezTo>
                      <a:pt x="1176631" y="495165"/>
                      <a:pt x="1214693" y="468502"/>
                      <a:pt x="1233725" y="422795"/>
                    </a:cubicBezTo>
                    <a:cubicBezTo>
                      <a:pt x="1245143" y="396132"/>
                      <a:pt x="1260368" y="373278"/>
                      <a:pt x="1275593" y="346616"/>
                    </a:cubicBezTo>
                    <a:cubicBezTo>
                      <a:pt x="1290818" y="358042"/>
                      <a:pt x="1298430" y="365660"/>
                      <a:pt x="1309849" y="377087"/>
                    </a:cubicBezTo>
                    <a:cubicBezTo>
                      <a:pt x="1325073" y="361851"/>
                      <a:pt x="1340298" y="346616"/>
                      <a:pt x="1359329" y="335189"/>
                    </a:cubicBezTo>
                    <a:cubicBezTo>
                      <a:pt x="1363136" y="331380"/>
                      <a:pt x="1374554" y="331380"/>
                      <a:pt x="1382167" y="327571"/>
                    </a:cubicBezTo>
                    <a:cubicBezTo>
                      <a:pt x="1378360" y="338998"/>
                      <a:pt x="1382167" y="346616"/>
                      <a:pt x="1378360" y="354233"/>
                    </a:cubicBezTo>
                    <a:cubicBezTo>
                      <a:pt x="1370748" y="369469"/>
                      <a:pt x="1359329" y="384705"/>
                      <a:pt x="1351717" y="399941"/>
                    </a:cubicBezTo>
                    <a:cubicBezTo>
                      <a:pt x="1374554" y="403750"/>
                      <a:pt x="1393585" y="403750"/>
                      <a:pt x="1416422" y="407559"/>
                    </a:cubicBezTo>
                    <a:cubicBezTo>
                      <a:pt x="1389779" y="434222"/>
                      <a:pt x="1370748" y="453266"/>
                      <a:pt x="1347911" y="472311"/>
                    </a:cubicBezTo>
                    <a:cubicBezTo>
                      <a:pt x="1351717" y="476120"/>
                      <a:pt x="1351717" y="479929"/>
                      <a:pt x="1355523" y="483738"/>
                    </a:cubicBezTo>
                    <a:cubicBezTo>
                      <a:pt x="1370748" y="487547"/>
                      <a:pt x="1385973" y="491356"/>
                      <a:pt x="1401198" y="495165"/>
                    </a:cubicBezTo>
                    <a:cubicBezTo>
                      <a:pt x="1408810" y="498974"/>
                      <a:pt x="1412616" y="506592"/>
                      <a:pt x="1416422" y="514210"/>
                    </a:cubicBezTo>
                    <a:cubicBezTo>
                      <a:pt x="1416422" y="514210"/>
                      <a:pt x="1405004" y="521828"/>
                      <a:pt x="1401198" y="525637"/>
                    </a:cubicBezTo>
                    <a:cubicBezTo>
                      <a:pt x="1382167" y="537064"/>
                      <a:pt x="1363136" y="552300"/>
                      <a:pt x="1340298" y="563727"/>
                    </a:cubicBezTo>
                    <a:cubicBezTo>
                      <a:pt x="1298430" y="548491"/>
                      <a:pt x="1294624" y="548491"/>
                      <a:pt x="1294624" y="586580"/>
                    </a:cubicBezTo>
                    <a:cubicBezTo>
                      <a:pt x="1321267" y="594198"/>
                      <a:pt x="1351717" y="598007"/>
                      <a:pt x="1378360" y="605625"/>
                    </a:cubicBezTo>
                    <a:cubicBezTo>
                      <a:pt x="1378360" y="609434"/>
                      <a:pt x="1378360" y="609434"/>
                      <a:pt x="1378360" y="613243"/>
                    </a:cubicBezTo>
                    <a:cubicBezTo>
                      <a:pt x="1363136" y="624670"/>
                      <a:pt x="1344104" y="632288"/>
                      <a:pt x="1321267" y="643715"/>
                    </a:cubicBezTo>
                    <a:cubicBezTo>
                      <a:pt x="1325073" y="647524"/>
                      <a:pt x="1325073" y="655142"/>
                      <a:pt x="1328880" y="662759"/>
                    </a:cubicBezTo>
                    <a:cubicBezTo>
                      <a:pt x="1313655" y="670377"/>
                      <a:pt x="1302236" y="674186"/>
                      <a:pt x="1290818" y="681804"/>
                    </a:cubicBezTo>
                    <a:cubicBezTo>
                      <a:pt x="1290818" y="685613"/>
                      <a:pt x="1294624" y="689422"/>
                      <a:pt x="1294624" y="693231"/>
                    </a:cubicBezTo>
                    <a:cubicBezTo>
                      <a:pt x="1309849" y="685613"/>
                      <a:pt x="1328880" y="674186"/>
                      <a:pt x="1344104" y="670377"/>
                    </a:cubicBezTo>
                    <a:cubicBezTo>
                      <a:pt x="1359329" y="670377"/>
                      <a:pt x="1378360" y="670377"/>
                      <a:pt x="1393585" y="670377"/>
                    </a:cubicBezTo>
                    <a:cubicBezTo>
                      <a:pt x="1393585" y="681804"/>
                      <a:pt x="1389779" y="693231"/>
                      <a:pt x="1389779" y="708467"/>
                    </a:cubicBezTo>
                    <a:cubicBezTo>
                      <a:pt x="1439260" y="719894"/>
                      <a:pt x="1488740" y="738939"/>
                      <a:pt x="1526802" y="777029"/>
                    </a:cubicBezTo>
                    <a:cubicBezTo>
                      <a:pt x="1492547" y="811309"/>
                      <a:pt x="1439260" y="822736"/>
                      <a:pt x="1405004" y="796073"/>
                    </a:cubicBezTo>
                    <a:cubicBezTo>
                      <a:pt x="1401198" y="807500"/>
                      <a:pt x="1393585" y="815118"/>
                      <a:pt x="1389779" y="822736"/>
                    </a:cubicBezTo>
                    <a:cubicBezTo>
                      <a:pt x="1385973" y="849399"/>
                      <a:pt x="1374554" y="849399"/>
                      <a:pt x="1359329" y="837972"/>
                    </a:cubicBezTo>
                    <a:cubicBezTo>
                      <a:pt x="1340298" y="818927"/>
                      <a:pt x="1321267" y="799882"/>
                      <a:pt x="1302236" y="780838"/>
                    </a:cubicBezTo>
                    <a:cubicBezTo>
                      <a:pt x="1298430" y="784646"/>
                      <a:pt x="1290818" y="792264"/>
                      <a:pt x="1283205" y="796073"/>
                    </a:cubicBezTo>
                    <a:cubicBezTo>
                      <a:pt x="1287011" y="807500"/>
                      <a:pt x="1287011" y="818927"/>
                      <a:pt x="1290818" y="826545"/>
                    </a:cubicBezTo>
                    <a:cubicBezTo>
                      <a:pt x="1252756" y="834163"/>
                      <a:pt x="1245143" y="830354"/>
                      <a:pt x="1218500" y="780838"/>
                    </a:cubicBezTo>
                    <a:cubicBezTo>
                      <a:pt x="1214693" y="788455"/>
                      <a:pt x="1214693" y="792264"/>
                      <a:pt x="1210887" y="799882"/>
                    </a:cubicBezTo>
                    <a:cubicBezTo>
                      <a:pt x="1207081" y="807500"/>
                      <a:pt x="1199469" y="815118"/>
                      <a:pt x="1195662" y="826545"/>
                    </a:cubicBezTo>
                    <a:cubicBezTo>
                      <a:pt x="1184244" y="818927"/>
                      <a:pt x="1172825" y="815118"/>
                      <a:pt x="1169019" y="807500"/>
                    </a:cubicBezTo>
                    <a:cubicBezTo>
                      <a:pt x="1161407" y="788455"/>
                      <a:pt x="1153794" y="769411"/>
                      <a:pt x="1149988" y="750366"/>
                    </a:cubicBezTo>
                    <a:cubicBezTo>
                      <a:pt x="1146182" y="742748"/>
                      <a:pt x="1146182" y="735130"/>
                      <a:pt x="1146182" y="727512"/>
                    </a:cubicBezTo>
                    <a:cubicBezTo>
                      <a:pt x="1142376" y="731321"/>
                      <a:pt x="1138569" y="731321"/>
                      <a:pt x="1134763" y="731321"/>
                    </a:cubicBezTo>
                    <a:cubicBezTo>
                      <a:pt x="1138569" y="757984"/>
                      <a:pt x="1146182" y="784646"/>
                      <a:pt x="1153794" y="807500"/>
                    </a:cubicBezTo>
                    <a:cubicBezTo>
                      <a:pt x="1176631" y="860826"/>
                      <a:pt x="1229918" y="834163"/>
                      <a:pt x="1271787" y="849399"/>
                    </a:cubicBezTo>
                    <a:cubicBezTo>
                      <a:pt x="1264174" y="864635"/>
                      <a:pt x="1256562" y="876061"/>
                      <a:pt x="1248949" y="887488"/>
                    </a:cubicBezTo>
                    <a:cubicBezTo>
                      <a:pt x="1275593" y="902724"/>
                      <a:pt x="1306042" y="914151"/>
                      <a:pt x="1332686" y="898915"/>
                    </a:cubicBezTo>
                    <a:cubicBezTo>
                      <a:pt x="1359329" y="883679"/>
                      <a:pt x="1385973" y="868444"/>
                      <a:pt x="1412616" y="853208"/>
                    </a:cubicBezTo>
                    <a:cubicBezTo>
                      <a:pt x="1412616" y="864635"/>
                      <a:pt x="1416422" y="872253"/>
                      <a:pt x="1416422" y="879870"/>
                    </a:cubicBezTo>
                    <a:cubicBezTo>
                      <a:pt x="1431647" y="879870"/>
                      <a:pt x="1446872" y="876061"/>
                      <a:pt x="1458291" y="876061"/>
                    </a:cubicBezTo>
                    <a:cubicBezTo>
                      <a:pt x="1465903" y="891297"/>
                      <a:pt x="1473515" y="906533"/>
                      <a:pt x="1484934" y="921769"/>
                    </a:cubicBezTo>
                    <a:cubicBezTo>
                      <a:pt x="1507771" y="914151"/>
                      <a:pt x="1534415" y="906533"/>
                      <a:pt x="1557252" y="898915"/>
                    </a:cubicBezTo>
                    <a:cubicBezTo>
                      <a:pt x="1564864" y="895106"/>
                      <a:pt x="1583895" y="895106"/>
                      <a:pt x="1583895" y="895106"/>
                    </a:cubicBezTo>
                    <a:cubicBezTo>
                      <a:pt x="1595314" y="921769"/>
                      <a:pt x="1618151" y="914151"/>
                      <a:pt x="1637182" y="917960"/>
                    </a:cubicBezTo>
                    <a:cubicBezTo>
                      <a:pt x="1648601" y="921769"/>
                      <a:pt x="1660020" y="921769"/>
                      <a:pt x="1675244" y="925578"/>
                    </a:cubicBezTo>
                    <a:cubicBezTo>
                      <a:pt x="1660020" y="971286"/>
                      <a:pt x="1625764" y="952241"/>
                      <a:pt x="1599120" y="959859"/>
                    </a:cubicBezTo>
                    <a:cubicBezTo>
                      <a:pt x="1602926" y="967477"/>
                      <a:pt x="1610539" y="975095"/>
                      <a:pt x="1614345" y="978904"/>
                    </a:cubicBezTo>
                    <a:cubicBezTo>
                      <a:pt x="1595314" y="986522"/>
                      <a:pt x="1576283" y="994140"/>
                      <a:pt x="1557252" y="1001757"/>
                    </a:cubicBezTo>
                    <a:cubicBezTo>
                      <a:pt x="1564864" y="1009375"/>
                      <a:pt x="1572477" y="1016993"/>
                      <a:pt x="1576283" y="1020802"/>
                    </a:cubicBezTo>
                    <a:cubicBezTo>
                      <a:pt x="1576283" y="1024611"/>
                      <a:pt x="1572477" y="1028420"/>
                      <a:pt x="1572477" y="1032229"/>
                    </a:cubicBezTo>
                    <a:cubicBezTo>
                      <a:pt x="1542027" y="1020802"/>
                      <a:pt x="1511578" y="1005566"/>
                      <a:pt x="1473515" y="990331"/>
                    </a:cubicBezTo>
                    <a:cubicBezTo>
                      <a:pt x="1496353" y="1013184"/>
                      <a:pt x="1515384" y="1032229"/>
                      <a:pt x="1530609" y="1047465"/>
                    </a:cubicBezTo>
                    <a:cubicBezTo>
                      <a:pt x="1526802" y="1051274"/>
                      <a:pt x="1522996" y="1055083"/>
                      <a:pt x="1522996" y="1058892"/>
                    </a:cubicBezTo>
                    <a:cubicBezTo>
                      <a:pt x="1500159" y="1051274"/>
                      <a:pt x="1481128" y="1039847"/>
                      <a:pt x="1462097" y="1032229"/>
                    </a:cubicBezTo>
                    <a:cubicBezTo>
                      <a:pt x="1450678" y="1024611"/>
                      <a:pt x="1443066" y="1020802"/>
                      <a:pt x="1431647" y="1016993"/>
                    </a:cubicBezTo>
                    <a:cubicBezTo>
                      <a:pt x="1431647" y="1028420"/>
                      <a:pt x="1424035" y="1039847"/>
                      <a:pt x="1424035" y="1051274"/>
                    </a:cubicBezTo>
                    <a:cubicBezTo>
                      <a:pt x="1424035" y="1074128"/>
                      <a:pt x="1416422" y="1081746"/>
                      <a:pt x="1393585" y="1070319"/>
                    </a:cubicBezTo>
                    <a:cubicBezTo>
                      <a:pt x="1378360" y="1062701"/>
                      <a:pt x="1366942" y="1047465"/>
                      <a:pt x="1351717" y="1039847"/>
                    </a:cubicBezTo>
                    <a:cubicBezTo>
                      <a:pt x="1347911" y="1047465"/>
                      <a:pt x="1344104" y="1058892"/>
                      <a:pt x="1344104" y="1058892"/>
                    </a:cubicBezTo>
                    <a:cubicBezTo>
                      <a:pt x="1332686" y="1058892"/>
                      <a:pt x="1325073" y="1055083"/>
                      <a:pt x="1313655" y="1051274"/>
                    </a:cubicBezTo>
                    <a:cubicBezTo>
                      <a:pt x="1298430" y="1043656"/>
                      <a:pt x="1287011" y="1036038"/>
                      <a:pt x="1271787" y="1028420"/>
                    </a:cubicBezTo>
                    <a:cubicBezTo>
                      <a:pt x="1267980" y="1032229"/>
                      <a:pt x="1267980" y="1036038"/>
                      <a:pt x="1264174" y="1039847"/>
                    </a:cubicBezTo>
                    <a:cubicBezTo>
                      <a:pt x="1271787" y="1047465"/>
                      <a:pt x="1275593" y="1058892"/>
                      <a:pt x="1287011" y="1066510"/>
                    </a:cubicBezTo>
                    <a:cubicBezTo>
                      <a:pt x="1325073" y="1085555"/>
                      <a:pt x="1363136" y="1100790"/>
                      <a:pt x="1401198" y="1119835"/>
                    </a:cubicBezTo>
                    <a:cubicBezTo>
                      <a:pt x="1469709" y="1154116"/>
                      <a:pt x="1511578" y="1096981"/>
                      <a:pt x="1564864" y="1074128"/>
                    </a:cubicBezTo>
                    <a:cubicBezTo>
                      <a:pt x="1557252" y="1085555"/>
                      <a:pt x="1553446" y="1093172"/>
                      <a:pt x="1549640" y="1096981"/>
                    </a:cubicBezTo>
                    <a:cubicBezTo>
                      <a:pt x="1557252" y="1112217"/>
                      <a:pt x="1564864" y="1119835"/>
                      <a:pt x="1572477" y="1127453"/>
                    </a:cubicBezTo>
                    <a:cubicBezTo>
                      <a:pt x="1595314" y="1116026"/>
                      <a:pt x="1618151" y="1100790"/>
                      <a:pt x="1648601" y="1085555"/>
                    </a:cubicBezTo>
                    <a:cubicBezTo>
                      <a:pt x="1644795" y="1096981"/>
                      <a:pt x="1640989" y="1116026"/>
                      <a:pt x="1637182" y="1116026"/>
                    </a:cubicBezTo>
                    <a:cubicBezTo>
                      <a:pt x="1667632" y="1116026"/>
                      <a:pt x="1694275" y="1116026"/>
                      <a:pt x="1720919" y="1116026"/>
                    </a:cubicBezTo>
                    <a:cubicBezTo>
                      <a:pt x="1720919" y="1131262"/>
                      <a:pt x="1720919" y="1123644"/>
                      <a:pt x="1724725" y="1127453"/>
                    </a:cubicBezTo>
                    <a:cubicBezTo>
                      <a:pt x="1698082" y="1138880"/>
                      <a:pt x="1675244" y="1154116"/>
                      <a:pt x="1648601" y="1169352"/>
                    </a:cubicBezTo>
                    <a:cubicBezTo>
                      <a:pt x="1648601" y="1176970"/>
                      <a:pt x="1652407" y="1184588"/>
                      <a:pt x="1652407" y="1192206"/>
                    </a:cubicBezTo>
                    <a:cubicBezTo>
                      <a:pt x="1621958" y="1215059"/>
                      <a:pt x="1599120" y="1180779"/>
                      <a:pt x="1568671" y="1173161"/>
                    </a:cubicBezTo>
                    <a:cubicBezTo>
                      <a:pt x="1576283" y="1188397"/>
                      <a:pt x="1583895" y="1199823"/>
                      <a:pt x="1587702" y="1211250"/>
                    </a:cubicBezTo>
                    <a:cubicBezTo>
                      <a:pt x="1583895" y="1211250"/>
                      <a:pt x="1580089" y="1215059"/>
                      <a:pt x="1572477" y="1218868"/>
                    </a:cubicBezTo>
                    <a:cubicBezTo>
                      <a:pt x="1576283" y="1226486"/>
                      <a:pt x="1580089" y="1237913"/>
                      <a:pt x="1583895" y="1249340"/>
                    </a:cubicBezTo>
                    <a:cubicBezTo>
                      <a:pt x="1564864" y="1245531"/>
                      <a:pt x="1549640" y="1241722"/>
                      <a:pt x="1534415" y="1237913"/>
                    </a:cubicBezTo>
                    <a:cubicBezTo>
                      <a:pt x="1534415" y="1264576"/>
                      <a:pt x="1515384" y="1298857"/>
                      <a:pt x="1496353" y="1298857"/>
                    </a:cubicBezTo>
                    <a:cubicBezTo>
                      <a:pt x="1473515" y="1298857"/>
                      <a:pt x="1450678" y="1295048"/>
                      <a:pt x="1443066" y="1264576"/>
                    </a:cubicBezTo>
                    <a:cubicBezTo>
                      <a:pt x="1412616" y="1310283"/>
                      <a:pt x="1389779" y="1264576"/>
                      <a:pt x="1366942" y="1260767"/>
                    </a:cubicBezTo>
                    <a:cubicBezTo>
                      <a:pt x="1363136" y="1272194"/>
                      <a:pt x="1359329" y="1279812"/>
                      <a:pt x="1359329" y="1295048"/>
                    </a:cubicBezTo>
                    <a:cubicBezTo>
                      <a:pt x="1321267" y="1272194"/>
                      <a:pt x="1287011" y="1260767"/>
                      <a:pt x="1245143" y="1268385"/>
                    </a:cubicBezTo>
                    <a:cubicBezTo>
                      <a:pt x="1290818" y="1306474"/>
                      <a:pt x="1344104" y="1329328"/>
                      <a:pt x="1397391" y="1348373"/>
                    </a:cubicBezTo>
                    <a:cubicBezTo>
                      <a:pt x="1458291" y="1367418"/>
                      <a:pt x="1511578" y="1363609"/>
                      <a:pt x="1564864" y="1329328"/>
                    </a:cubicBezTo>
                    <a:cubicBezTo>
                      <a:pt x="1568671" y="1329328"/>
                      <a:pt x="1568671" y="1333137"/>
                      <a:pt x="1572477" y="1336946"/>
                    </a:cubicBezTo>
                    <a:cubicBezTo>
                      <a:pt x="1568671" y="1352182"/>
                      <a:pt x="1564864" y="1367418"/>
                      <a:pt x="1557252" y="1394081"/>
                    </a:cubicBezTo>
                    <a:cubicBezTo>
                      <a:pt x="1599120" y="1382654"/>
                      <a:pt x="1644795" y="1371227"/>
                      <a:pt x="1690469" y="1359800"/>
                    </a:cubicBezTo>
                    <a:cubicBezTo>
                      <a:pt x="1686663" y="1371227"/>
                      <a:pt x="1686663" y="1378845"/>
                      <a:pt x="1686663" y="1382654"/>
                    </a:cubicBezTo>
                    <a:cubicBezTo>
                      <a:pt x="1720919" y="1394081"/>
                      <a:pt x="1755175" y="1401699"/>
                      <a:pt x="1793237" y="1413125"/>
                    </a:cubicBezTo>
                    <a:cubicBezTo>
                      <a:pt x="1758981" y="1439788"/>
                      <a:pt x="1728531" y="1458833"/>
                      <a:pt x="1698082" y="1481687"/>
                    </a:cubicBezTo>
                    <a:cubicBezTo>
                      <a:pt x="1705694" y="1485496"/>
                      <a:pt x="1709500" y="1489305"/>
                      <a:pt x="1717113" y="1496923"/>
                    </a:cubicBezTo>
                    <a:cubicBezTo>
                      <a:pt x="1701888" y="1504541"/>
                      <a:pt x="1686663" y="1512159"/>
                      <a:pt x="1675244" y="1519776"/>
                    </a:cubicBezTo>
                    <a:cubicBezTo>
                      <a:pt x="1679051" y="1531203"/>
                      <a:pt x="1686663" y="1542630"/>
                      <a:pt x="1694275" y="1557866"/>
                    </a:cubicBezTo>
                    <a:cubicBezTo>
                      <a:pt x="1648601" y="1557866"/>
                      <a:pt x="1610539" y="1557866"/>
                      <a:pt x="1568671" y="1557866"/>
                    </a:cubicBezTo>
                    <a:cubicBezTo>
                      <a:pt x="1568671" y="1557866"/>
                      <a:pt x="1568671" y="1573102"/>
                      <a:pt x="1568671" y="1588338"/>
                    </a:cubicBezTo>
                    <a:cubicBezTo>
                      <a:pt x="1545833" y="1576911"/>
                      <a:pt x="1526802" y="1565484"/>
                      <a:pt x="1503965" y="1554057"/>
                    </a:cubicBezTo>
                    <a:cubicBezTo>
                      <a:pt x="1503965" y="1565484"/>
                      <a:pt x="1500159" y="1573102"/>
                      <a:pt x="1496353" y="1584529"/>
                    </a:cubicBezTo>
                    <a:cubicBezTo>
                      <a:pt x="1458291" y="1569293"/>
                      <a:pt x="1408810" y="1588338"/>
                      <a:pt x="1378360" y="1546439"/>
                    </a:cubicBezTo>
                    <a:cubicBezTo>
                      <a:pt x="1393585" y="1626427"/>
                      <a:pt x="1450678" y="1630236"/>
                      <a:pt x="1507771" y="1641663"/>
                    </a:cubicBezTo>
                    <a:cubicBezTo>
                      <a:pt x="1568671" y="1653090"/>
                      <a:pt x="1618151" y="1630236"/>
                      <a:pt x="1663826" y="1592147"/>
                    </a:cubicBezTo>
                    <a:cubicBezTo>
                      <a:pt x="1663826" y="1595956"/>
                      <a:pt x="1667632" y="1599765"/>
                      <a:pt x="1667632" y="1599765"/>
                    </a:cubicBezTo>
                    <a:cubicBezTo>
                      <a:pt x="1663826" y="1611192"/>
                      <a:pt x="1660020" y="1618810"/>
                      <a:pt x="1652407" y="1634045"/>
                    </a:cubicBezTo>
                    <a:cubicBezTo>
                      <a:pt x="1671438" y="1626427"/>
                      <a:pt x="1686663" y="1622619"/>
                      <a:pt x="1709500" y="1618810"/>
                    </a:cubicBezTo>
                    <a:cubicBezTo>
                      <a:pt x="1690469" y="1637854"/>
                      <a:pt x="1679051" y="1649281"/>
                      <a:pt x="1663826" y="1668326"/>
                    </a:cubicBezTo>
                    <a:cubicBezTo>
                      <a:pt x="1701888" y="1660708"/>
                      <a:pt x="1732337" y="1653090"/>
                      <a:pt x="1755175" y="1649281"/>
                    </a:cubicBezTo>
                    <a:cubicBezTo>
                      <a:pt x="1793237" y="1668326"/>
                      <a:pt x="1819880" y="1683562"/>
                      <a:pt x="1857942" y="1702607"/>
                    </a:cubicBezTo>
                    <a:cubicBezTo>
                      <a:pt x="1835105" y="1714034"/>
                      <a:pt x="1823686" y="1725461"/>
                      <a:pt x="1808462" y="1733079"/>
                    </a:cubicBezTo>
                    <a:cubicBezTo>
                      <a:pt x="1812268" y="1736887"/>
                      <a:pt x="1812268" y="1740696"/>
                      <a:pt x="1812268" y="1740696"/>
                    </a:cubicBezTo>
                    <a:cubicBezTo>
                      <a:pt x="1827493" y="1740696"/>
                      <a:pt x="1842717" y="1736887"/>
                      <a:pt x="1857942" y="1725461"/>
                    </a:cubicBezTo>
                    <a:cubicBezTo>
                      <a:pt x="1861748" y="1721652"/>
                      <a:pt x="1869361" y="1721652"/>
                      <a:pt x="1873167" y="1721652"/>
                    </a:cubicBezTo>
                    <a:cubicBezTo>
                      <a:pt x="1884586" y="1725461"/>
                      <a:pt x="1899811" y="1729270"/>
                      <a:pt x="1915035" y="1736887"/>
                    </a:cubicBezTo>
                    <a:cubicBezTo>
                      <a:pt x="1915035" y="1733079"/>
                      <a:pt x="1918842" y="1729270"/>
                      <a:pt x="1918842" y="1725461"/>
                    </a:cubicBezTo>
                    <a:cubicBezTo>
                      <a:pt x="1911229" y="1710225"/>
                      <a:pt x="1899811" y="1694989"/>
                      <a:pt x="1896004" y="1679753"/>
                    </a:cubicBezTo>
                    <a:cubicBezTo>
                      <a:pt x="1892198" y="1672135"/>
                      <a:pt x="1896004" y="1660708"/>
                      <a:pt x="1896004" y="1649281"/>
                    </a:cubicBezTo>
                    <a:cubicBezTo>
                      <a:pt x="1892198" y="1645472"/>
                      <a:pt x="1884586" y="1641663"/>
                      <a:pt x="1869361" y="1630236"/>
                    </a:cubicBezTo>
                    <a:cubicBezTo>
                      <a:pt x="1884586" y="1622619"/>
                      <a:pt x="1899811" y="1618810"/>
                      <a:pt x="1899811" y="1618810"/>
                    </a:cubicBezTo>
                    <a:cubicBezTo>
                      <a:pt x="1899811" y="1618810"/>
                      <a:pt x="1899811" y="1618810"/>
                      <a:pt x="1899811" y="1580720"/>
                    </a:cubicBezTo>
                    <a:cubicBezTo>
                      <a:pt x="1899811" y="1580720"/>
                      <a:pt x="1892198" y="1576911"/>
                      <a:pt x="1884586" y="1573102"/>
                    </a:cubicBezTo>
                    <a:cubicBezTo>
                      <a:pt x="1854136" y="1554057"/>
                      <a:pt x="1823686" y="1527394"/>
                      <a:pt x="1797043" y="1576911"/>
                    </a:cubicBezTo>
                    <a:cubicBezTo>
                      <a:pt x="1778012" y="1603574"/>
                      <a:pt x="1739950" y="1599765"/>
                      <a:pt x="1717113" y="1573102"/>
                    </a:cubicBezTo>
                    <a:cubicBezTo>
                      <a:pt x="1743756" y="1554057"/>
                      <a:pt x="1762787" y="1531203"/>
                      <a:pt x="1758981" y="1493114"/>
                    </a:cubicBezTo>
                    <a:cubicBezTo>
                      <a:pt x="1758981" y="1477878"/>
                      <a:pt x="1789431" y="1455024"/>
                      <a:pt x="1808462" y="1443597"/>
                    </a:cubicBezTo>
                    <a:cubicBezTo>
                      <a:pt x="1816074" y="1435979"/>
                      <a:pt x="1831299" y="1435979"/>
                      <a:pt x="1846524" y="1432170"/>
                    </a:cubicBezTo>
                    <a:cubicBezTo>
                      <a:pt x="1819880" y="1378845"/>
                      <a:pt x="1827493" y="1371227"/>
                      <a:pt x="1888392" y="1367418"/>
                    </a:cubicBezTo>
                    <a:cubicBezTo>
                      <a:pt x="1892198" y="1344564"/>
                      <a:pt x="1888392" y="1314092"/>
                      <a:pt x="1899811" y="1298857"/>
                    </a:cubicBezTo>
                    <a:cubicBezTo>
                      <a:pt x="1907423" y="1287430"/>
                      <a:pt x="1937873" y="1295048"/>
                      <a:pt x="1960710" y="1291239"/>
                    </a:cubicBezTo>
                    <a:cubicBezTo>
                      <a:pt x="1964516" y="1302666"/>
                      <a:pt x="1972128" y="1314092"/>
                      <a:pt x="1975935" y="1329328"/>
                    </a:cubicBezTo>
                    <a:cubicBezTo>
                      <a:pt x="1991159" y="1314092"/>
                      <a:pt x="2006384" y="1295048"/>
                      <a:pt x="2021609" y="1291239"/>
                    </a:cubicBezTo>
                    <a:lnTo>
                      <a:pt x="2032000" y="1287046"/>
                    </a:lnTo>
                    <a:lnTo>
                      <a:pt x="2032000" y="3339939"/>
                    </a:lnTo>
                    <a:lnTo>
                      <a:pt x="0" y="3339939"/>
                    </a:lnTo>
                    <a:lnTo>
                      <a:pt x="0" y="963516"/>
                    </a:lnTo>
                    <a:lnTo>
                      <a:pt x="11932" y="986522"/>
                    </a:lnTo>
                    <a:cubicBezTo>
                      <a:pt x="34770" y="1020802"/>
                      <a:pt x="49995" y="1055083"/>
                      <a:pt x="57607" y="1081746"/>
                    </a:cubicBezTo>
                    <a:cubicBezTo>
                      <a:pt x="76638" y="1089364"/>
                      <a:pt x="91863" y="1093172"/>
                      <a:pt x="99475" y="1104599"/>
                    </a:cubicBezTo>
                    <a:cubicBezTo>
                      <a:pt x="107088" y="1108408"/>
                      <a:pt x="99475" y="1127453"/>
                      <a:pt x="95669" y="1138880"/>
                    </a:cubicBezTo>
                    <a:cubicBezTo>
                      <a:pt x="88057" y="1157925"/>
                      <a:pt x="80444" y="1176970"/>
                      <a:pt x="69026" y="1199823"/>
                    </a:cubicBezTo>
                    <a:cubicBezTo>
                      <a:pt x="91863" y="1196015"/>
                      <a:pt x="107088" y="1196015"/>
                      <a:pt x="126119" y="1192206"/>
                    </a:cubicBezTo>
                    <a:cubicBezTo>
                      <a:pt x="126119" y="1211250"/>
                      <a:pt x="126119" y="1230295"/>
                      <a:pt x="122312" y="1245531"/>
                    </a:cubicBezTo>
                    <a:cubicBezTo>
                      <a:pt x="122312" y="1260767"/>
                      <a:pt x="110894" y="1283621"/>
                      <a:pt x="145150" y="1283621"/>
                    </a:cubicBezTo>
                    <a:cubicBezTo>
                      <a:pt x="148956" y="1283621"/>
                      <a:pt x="152762" y="1302666"/>
                      <a:pt x="152762" y="1314092"/>
                    </a:cubicBezTo>
                    <a:cubicBezTo>
                      <a:pt x="156568" y="1340755"/>
                      <a:pt x="133731" y="1371227"/>
                      <a:pt x="171793" y="1386463"/>
                    </a:cubicBezTo>
                    <a:cubicBezTo>
                      <a:pt x="167987" y="1397890"/>
                      <a:pt x="164181" y="1413125"/>
                      <a:pt x="156568" y="1424552"/>
                    </a:cubicBezTo>
                    <a:cubicBezTo>
                      <a:pt x="145150" y="1439788"/>
                      <a:pt x="133731" y="1455024"/>
                      <a:pt x="122312" y="1466451"/>
                    </a:cubicBezTo>
                    <a:cubicBezTo>
                      <a:pt x="126119" y="1470260"/>
                      <a:pt x="129925" y="1474069"/>
                      <a:pt x="133731" y="1474069"/>
                    </a:cubicBezTo>
                    <a:cubicBezTo>
                      <a:pt x="141343" y="1466451"/>
                      <a:pt x="152762" y="1458833"/>
                      <a:pt x="156568" y="1455024"/>
                    </a:cubicBezTo>
                    <a:cubicBezTo>
                      <a:pt x="171793" y="1462642"/>
                      <a:pt x="183212" y="1470260"/>
                      <a:pt x="194630" y="1477878"/>
                    </a:cubicBezTo>
                    <a:cubicBezTo>
                      <a:pt x="202243" y="1458833"/>
                      <a:pt x="213661" y="1443597"/>
                      <a:pt x="221274" y="1424552"/>
                    </a:cubicBezTo>
                    <a:cubicBezTo>
                      <a:pt x="217468" y="1424552"/>
                      <a:pt x="213661" y="1424552"/>
                      <a:pt x="213661" y="1420743"/>
                    </a:cubicBezTo>
                    <a:cubicBezTo>
                      <a:pt x="225080" y="1413125"/>
                      <a:pt x="240305" y="1405508"/>
                      <a:pt x="255530" y="1394081"/>
                    </a:cubicBezTo>
                    <a:cubicBezTo>
                      <a:pt x="259336" y="1401699"/>
                      <a:pt x="270754" y="1413125"/>
                      <a:pt x="278367" y="1424552"/>
                    </a:cubicBezTo>
                    <a:cubicBezTo>
                      <a:pt x="270754" y="1443597"/>
                      <a:pt x="263142" y="1462642"/>
                      <a:pt x="247917" y="1496923"/>
                    </a:cubicBezTo>
                    <a:cubicBezTo>
                      <a:pt x="270754" y="1485496"/>
                      <a:pt x="282173" y="1477878"/>
                      <a:pt x="293592" y="1474069"/>
                    </a:cubicBezTo>
                    <a:cubicBezTo>
                      <a:pt x="293592" y="1474069"/>
                      <a:pt x="297398" y="1477878"/>
                      <a:pt x="301204" y="1477878"/>
                    </a:cubicBezTo>
                    <a:cubicBezTo>
                      <a:pt x="282173" y="1512159"/>
                      <a:pt x="259336" y="1542630"/>
                      <a:pt x="240305" y="1576911"/>
                    </a:cubicBezTo>
                    <a:cubicBezTo>
                      <a:pt x="259336" y="1569293"/>
                      <a:pt x="278367" y="1565484"/>
                      <a:pt x="316429" y="1554057"/>
                    </a:cubicBezTo>
                    <a:cubicBezTo>
                      <a:pt x="285979" y="1592147"/>
                      <a:pt x="263142" y="1615001"/>
                      <a:pt x="247917" y="1641663"/>
                    </a:cubicBezTo>
                    <a:cubicBezTo>
                      <a:pt x="240305" y="1664517"/>
                      <a:pt x="244111" y="1691180"/>
                      <a:pt x="251723" y="1717843"/>
                    </a:cubicBezTo>
                    <a:cubicBezTo>
                      <a:pt x="278367" y="1679753"/>
                      <a:pt x="308817" y="1645472"/>
                      <a:pt x="339266" y="1603574"/>
                    </a:cubicBezTo>
                    <a:cubicBezTo>
                      <a:pt x="339266" y="1618810"/>
                      <a:pt x="346879" y="1630236"/>
                      <a:pt x="346879" y="1641663"/>
                    </a:cubicBezTo>
                    <a:cubicBezTo>
                      <a:pt x="343072" y="1694989"/>
                      <a:pt x="388747" y="1755932"/>
                      <a:pt x="312623" y="1805449"/>
                    </a:cubicBezTo>
                    <a:cubicBezTo>
                      <a:pt x="381134" y="1828303"/>
                      <a:pt x="415390" y="1797831"/>
                      <a:pt x="442034" y="1752123"/>
                    </a:cubicBezTo>
                    <a:cubicBezTo>
                      <a:pt x="445840" y="1755932"/>
                      <a:pt x="449646" y="1759741"/>
                      <a:pt x="453452" y="1763550"/>
                    </a:cubicBezTo>
                    <a:cubicBezTo>
                      <a:pt x="449646" y="1778786"/>
                      <a:pt x="445840" y="1794022"/>
                      <a:pt x="442034" y="1809258"/>
                    </a:cubicBezTo>
                    <a:cubicBezTo>
                      <a:pt x="445840" y="1805449"/>
                      <a:pt x="449646" y="1805449"/>
                      <a:pt x="453452" y="1805449"/>
                    </a:cubicBezTo>
                    <a:cubicBezTo>
                      <a:pt x="457259" y="1809258"/>
                      <a:pt x="457259" y="1813067"/>
                      <a:pt x="461065" y="1816876"/>
                    </a:cubicBezTo>
                    <a:cubicBezTo>
                      <a:pt x="480096" y="1813067"/>
                      <a:pt x="491514" y="1809258"/>
                      <a:pt x="499127" y="1786404"/>
                    </a:cubicBezTo>
                    <a:cubicBezTo>
                      <a:pt x="499127" y="1782595"/>
                      <a:pt x="514352" y="1774977"/>
                      <a:pt x="525770" y="1774977"/>
                    </a:cubicBezTo>
                    <a:cubicBezTo>
                      <a:pt x="605701" y="1767359"/>
                      <a:pt x="681825" y="1755932"/>
                      <a:pt x="750336" y="1710225"/>
                    </a:cubicBezTo>
                    <a:cubicBezTo>
                      <a:pt x="742724" y="1694989"/>
                      <a:pt x="738918" y="1679753"/>
                      <a:pt x="731305" y="1660708"/>
                    </a:cubicBezTo>
                    <a:cubicBezTo>
                      <a:pt x="750336" y="1656899"/>
                      <a:pt x="765561" y="1653090"/>
                      <a:pt x="780786" y="1649281"/>
                    </a:cubicBezTo>
                    <a:cubicBezTo>
                      <a:pt x="761755" y="1622619"/>
                      <a:pt x="742724" y="1622619"/>
                      <a:pt x="716081" y="1645472"/>
                    </a:cubicBezTo>
                    <a:cubicBezTo>
                      <a:pt x="689437" y="1668326"/>
                      <a:pt x="670406" y="1702607"/>
                      <a:pt x="624732" y="1668326"/>
                    </a:cubicBezTo>
                    <a:cubicBezTo>
                      <a:pt x="624732" y="1668326"/>
                      <a:pt x="624732" y="1660708"/>
                      <a:pt x="624732" y="1653090"/>
                    </a:cubicBezTo>
                    <a:cubicBezTo>
                      <a:pt x="613313" y="1653090"/>
                      <a:pt x="605701" y="1653090"/>
                      <a:pt x="594282" y="1653090"/>
                    </a:cubicBezTo>
                    <a:cubicBezTo>
                      <a:pt x="590476" y="1641663"/>
                      <a:pt x="590476" y="1630236"/>
                      <a:pt x="586670" y="1618810"/>
                    </a:cubicBezTo>
                    <a:cubicBezTo>
                      <a:pt x="586670" y="1622619"/>
                      <a:pt x="582863" y="1626427"/>
                      <a:pt x="582863" y="1630236"/>
                    </a:cubicBezTo>
                    <a:cubicBezTo>
                      <a:pt x="563832" y="1622619"/>
                      <a:pt x="537189" y="1618810"/>
                      <a:pt x="533383" y="1611192"/>
                    </a:cubicBezTo>
                    <a:cubicBezTo>
                      <a:pt x="525770" y="1588338"/>
                      <a:pt x="510545" y="1584529"/>
                      <a:pt x="499127" y="1576911"/>
                    </a:cubicBezTo>
                    <a:cubicBezTo>
                      <a:pt x="487708" y="1569293"/>
                      <a:pt x="480096" y="1565484"/>
                      <a:pt x="472483" y="1557866"/>
                    </a:cubicBezTo>
                    <a:cubicBezTo>
                      <a:pt x="476290" y="1554057"/>
                      <a:pt x="476290" y="1550248"/>
                      <a:pt x="480096" y="1550248"/>
                    </a:cubicBezTo>
                    <a:cubicBezTo>
                      <a:pt x="499127" y="1550248"/>
                      <a:pt x="521964" y="1550248"/>
                      <a:pt x="544801" y="1550248"/>
                    </a:cubicBezTo>
                    <a:cubicBezTo>
                      <a:pt x="548607" y="1523585"/>
                      <a:pt x="563832" y="1527394"/>
                      <a:pt x="582863" y="1542630"/>
                    </a:cubicBezTo>
                    <a:cubicBezTo>
                      <a:pt x="586670" y="1542630"/>
                      <a:pt x="590476" y="1546439"/>
                      <a:pt x="598088" y="1550248"/>
                    </a:cubicBezTo>
                    <a:cubicBezTo>
                      <a:pt x="628538" y="1565484"/>
                      <a:pt x="693243" y="1554057"/>
                      <a:pt x="708468" y="1527394"/>
                    </a:cubicBezTo>
                    <a:cubicBezTo>
                      <a:pt x="689437" y="1515968"/>
                      <a:pt x="651375" y="1546439"/>
                      <a:pt x="651375" y="1496923"/>
                    </a:cubicBezTo>
                    <a:cubicBezTo>
                      <a:pt x="605701" y="1508350"/>
                      <a:pt x="601894" y="1504541"/>
                      <a:pt x="590476" y="1466451"/>
                    </a:cubicBezTo>
                    <a:cubicBezTo>
                      <a:pt x="582863" y="1466451"/>
                      <a:pt x="571445" y="1462642"/>
                      <a:pt x="560026" y="1462642"/>
                    </a:cubicBezTo>
                    <a:cubicBezTo>
                      <a:pt x="563832" y="1458833"/>
                      <a:pt x="563832" y="1458833"/>
                      <a:pt x="567639" y="1455024"/>
                    </a:cubicBezTo>
                    <a:cubicBezTo>
                      <a:pt x="548607" y="1435979"/>
                      <a:pt x="529576" y="1413125"/>
                      <a:pt x="510545" y="1394081"/>
                    </a:cubicBezTo>
                    <a:cubicBezTo>
                      <a:pt x="537189" y="1355991"/>
                      <a:pt x="575251" y="1409317"/>
                      <a:pt x="605701" y="1382654"/>
                    </a:cubicBezTo>
                    <a:cubicBezTo>
                      <a:pt x="605701" y="1378845"/>
                      <a:pt x="605701" y="1375036"/>
                      <a:pt x="605701" y="1367418"/>
                    </a:cubicBezTo>
                    <a:cubicBezTo>
                      <a:pt x="605701" y="1363609"/>
                      <a:pt x="605701" y="1355991"/>
                      <a:pt x="609507" y="1344564"/>
                    </a:cubicBezTo>
                    <a:cubicBezTo>
                      <a:pt x="685631" y="1401699"/>
                      <a:pt x="757949" y="1375036"/>
                      <a:pt x="826461" y="1348373"/>
                    </a:cubicBezTo>
                    <a:cubicBezTo>
                      <a:pt x="788398" y="1306474"/>
                      <a:pt x="746530" y="1264576"/>
                      <a:pt x="704662" y="1222677"/>
                    </a:cubicBezTo>
                    <a:cubicBezTo>
                      <a:pt x="697050" y="1230295"/>
                      <a:pt x="689437" y="1237913"/>
                      <a:pt x="681825" y="1245531"/>
                    </a:cubicBezTo>
                    <a:cubicBezTo>
                      <a:pt x="651375" y="1207441"/>
                      <a:pt x="609507" y="1196015"/>
                      <a:pt x="567639" y="1188397"/>
                    </a:cubicBezTo>
                    <a:cubicBezTo>
                      <a:pt x="571445" y="1176970"/>
                      <a:pt x="571445" y="1169352"/>
                      <a:pt x="575251" y="1165543"/>
                    </a:cubicBezTo>
                    <a:cubicBezTo>
                      <a:pt x="548607" y="1150307"/>
                      <a:pt x="521964" y="1138880"/>
                      <a:pt x="499127" y="1127453"/>
                    </a:cubicBezTo>
                    <a:cubicBezTo>
                      <a:pt x="499127" y="1123644"/>
                      <a:pt x="499127" y="1119835"/>
                      <a:pt x="502933" y="1116026"/>
                    </a:cubicBezTo>
                    <a:cubicBezTo>
                      <a:pt x="533383" y="1119835"/>
                      <a:pt x="567639" y="1119835"/>
                      <a:pt x="601894" y="1127453"/>
                    </a:cubicBezTo>
                    <a:cubicBezTo>
                      <a:pt x="598088" y="1112217"/>
                      <a:pt x="598088" y="1096981"/>
                      <a:pt x="594282" y="1077937"/>
                    </a:cubicBezTo>
                    <a:cubicBezTo>
                      <a:pt x="624732" y="1096981"/>
                      <a:pt x="651375" y="1112217"/>
                      <a:pt x="678018" y="1127453"/>
                    </a:cubicBezTo>
                    <a:cubicBezTo>
                      <a:pt x="700856" y="1093172"/>
                      <a:pt x="674212" y="1074128"/>
                      <a:pt x="658987" y="1051274"/>
                    </a:cubicBezTo>
                    <a:cubicBezTo>
                      <a:pt x="697050" y="1043656"/>
                      <a:pt x="731305" y="1024611"/>
                      <a:pt x="765561" y="1058892"/>
                    </a:cubicBezTo>
                    <a:cubicBezTo>
                      <a:pt x="769367" y="1047465"/>
                      <a:pt x="773174" y="1028420"/>
                      <a:pt x="769367" y="1024611"/>
                    </a:cubicBezTo>
                    <a:cubicBezTo>
                      <a:pt x="754143" y="1016993"/>
                      <a:pt x="738918" y="1013184"/>
                      <a:pt x="719887" y="1009375"/>
                    </a:cubicBezTo>
                    <a:cubicBezTo>
                      <a:pt x="719887" y="1009375"/>
                      <a:pt x="716081" y="1013184"/>
                      <a:pt x="716081" y="1016993"/>
                    </a:cubicBezTo>
                    <a:cubicBezTo>
                      <a:pt x="716081" y="1005566"/>
                      <a:pt x="712274" y="997949"/>
                      <a:pt x="712274" y="990331"/>
                    </a:cubicBezTo>
                    <a:cubicBezTo>
                      <a:pt x="700856" y="990331"/>
                      <a:pt x="689437" y="990331"/>
                      <a:pt x="678018" y="986522"/>
                    </a:cubicBezTo>
                    <a:cubicBezTo>
                      <a:pt x="685631" y="948432"/>
                      <a:pt x="647569" y="975095"/>
                      <a:pt x="636150" y="959859"/>
                    </a:cubicBezTo>
                    <a:cubicBezTo>
                      <a:pt x="639956" y="952241"/>
                      <a:pt x="643763" y="944623"/>
                      <a:pt x="643763" y="940814"/>
                    </a:cubicBezTo>
                    <a:cubicBezTo>
                      <a:pt x="632344" y="933196"/>
                      <a:pt x="628538" y="925578"/>
                      <a:pt x="620925" y="917960"/>
                    </a:cubicBezTo>
                    <a:cubicBezTo>
                      <a:pt x="628538" y="910342"/>
                      <a:pt x="639956" y="898915"/>
                      <a:pt x="651375" y="895106"/>
                    </a:cubicBezTo>
                    <a:cubicBezTo>
                      <a:pt x="658987" y="891297"/>
                      <a:pt x="666600" y="898915"/>
                      <a:pt x="678018" y="898915"/>
                    </a:cubicBezTo>
                    <a:cubicBezTo>
                      <a:pt x="697050" y="902724"/>
                      <a:pt x="719887" y="906533"/>
                      <a:pt x="716081" y="872253"/>
                    </a:cubicBezTo>
                    <a:cubicBezTo>
                      <a:pt x="750336" y="879870"/>
                      <a:pt x="776980" y="887488"/>
                      <a:pt x="811236" y="898915"/>
                    </a:cubicBezTo>
                    <a:cubicBezTo>
                      <a:pt x="803623" y="883679"/>
                      <a:pt x="799817" y="872253"/>
                      <a:pt x="796011" y="860826"/>
                    </a:cubicBezTo>
                    <a:cubicBezTo>
                      <a:pt x="799817" y="857017"/>
                      <a:pt x="799817" y="857017"/>
                      <a:pt x="803623" y="853208"/>
                    </a:cubicBezTo>
                    <a:cubicBezTo>
                      <a:pt x="830267" y="864635"/>
                      <a:pt x="856910" y="879870"/>
                      <a:pt x="887360" y="891297"/>
                    </a:cubicBezTo>
                    <a:cubicBezTo>
                      <a:pt x="894972" y="895106"/>
                      <a:pt x="910197" y="898915"/>
                      <a:pt x="917809" y="895106"/>
                    </a:cubicBezTo>
                    <a:cubicBezTo>
                      <a:pt x="967290" y="864635"/>
                      <a:pt x="1016771" y="834163"/>
                      <a:pt x="1066251" y="799882"/>
                    </a:cubicBezTo>
                    <a:cubicBezTo>
                      <a:pt x="1077670" y="792264"/>
                      <a:pt x="1081476" y="773220"/>
                      <a:pt x="1085283" y="761793"/>
                    </a:cubicBezTo>
                    <a:cubicBezTo>
                      <a:pt x="1085283" y="757984"/>
                      <a:pt x="1081476" y="757984"/>
                      <a:pt x="1077670" y="757984"/>
                    </a:cubicBezTo>
                    <a:cubicBezTo>
                      <a:pt x="1054833" y="796073"/>
                      <a:pt x="1031996" y="811309"/>
                      <a:pt x="1001546" y="815118"/>
                    </a:cubicBezTo>
                    <a:cubicBezTo>
                      <a:pt x="967290" y="822736"/>
                      <a:pt x="929228" y="818927"/>
                      <a:pt x="906391" y="853208"/>
                    </a:cubicBezTo>
                    <a:cubicBezTo>
                      <a:pt x="902585" y="857017"/>
                      <a:pt x="898778" y="857017"/>
                      <a:pt x="894972" y="860826"/>
                    </a:cubicBezTo>
                    <a:cubicBezTo>
                      <a:pt x="891166" y="849399"/>
                      <a:pt x="891166" y="841781"/>
                      <a:pt x="887360" y="834163"/>
                    </a:cubicBezTo>
                    <a:cubicBezTo>
                      <a:pt x="883554" y="834163"/>
                      <a:pt x="879747" y="837972"/>
                      <a:pt x="875941" y="837972"/>
                    </a:cubicBezTo>
                    <a:cubicBezTo>
                      <a:pt x="864523" y="841781"/>
                      <a:pt x="849298" y="841781"/>
                      <a:pt x="837879" y="841781"/>
                    </a:cubicBezTo>
                    <a:cubicBezTo>
                      <a:pt x="845492" y="830354"/>
                      <a:pt x="849298" y="818927"/>
                      <a:pt x="856910" y="811309"/>
                    </a:cubicBezTo>
                    <a:cubicBezTo>
                      <a:pt x="868329" y="799882"/>
                      <a:pt x="883554" y="788455"/>
                      <a:pt x="894972" y="780838"/>
                    </a:cubicBezTo>
                    <a:cubicBezTo>
                      <a:pt x="860716" y="792264"/>
                      <a:pt x="826461" y="811309"/>
                      <a:pt x="792205" y="822736"/>
                    </a:cubicBezTo>
                    <a:cubicBezTo>
                      <a:pt x="788398" y="826545"/>
                      <a:pt x="776980" y="822736"/>
                      <a:pt x="776980" y="815118"/>
                    </a:cubicBezTo>
                    <a:cubicBezTo>
                      <a:pt x="765561" y="803691"/>
                      <a:pt x="761755" y="792264"/>
                      <a:pt x="754143" y="777029"/>
                    </a:cubicBezTo>
                    <a:cubicBezTo>
                      <a:pt x="769367" y="769411"/>
                      <a:pt x="780786" y="757984"/>
                      <a:pt x="796011" y="746557"/>
                    </a:cubicBezTo>
                    <a:cubicBezTo>
                      <a:pt x="796011" y="742748"/>
                      <a:pt x="792205" y="742748"/>
                      <a:pt x="792205" y="738939"/>
                    </a:cubicBezTo>
                    <a:cubicBezTo>
                      <a:pt x="780786" y="746557"/>
                      <a:pt x="769367" y="754175"/>
                      <a:pt x="754143" y="761793"/>
                    </a:cubicBezTo>
                    <a:cubicBezTo>
                      <a:pt x="742724" y="769411"/>
                      <a:pt x="727499" y="780838"/>
                      <a:pt x="712274" y="788455"/>
                    </a:cubicBezTo>
                    <a:cubicBezTo>
                      <a:pt x="704662" y="788455"/>
                      <a:pt x="693243" y="784646"/>
                      <a:pt x="689437" y="777029"/>
                    </a:cubicBezTo>
                    <a:cubicBezTo>
                      <a:pt x="685631" y="773220"/>
                      <a:pt x="693243" y="761793"/>
                      <a:pt x="697050" y="757984"/>
                    </a:cubicBezTo>
                    <a:cubicBezTo>
                      <a:pt x="700856" y="750366"/>
                      <a:pt x="708468" y="742748"/>
                      <a:pt x="712274" y="742748"/>
                    </a:cubicBezTo>
                    <a:cubicBezTo>
                      <a:pt x="678018" y="735130"/>
                      <a:pt x="643763" y="727512"/>
                      <a:pt x="609507" y="716085"/>
                    </a:cubicBezTo>
                    <a:cubicBezTo>
                      <a:pt x="601894" y="716085"/>
                      <a:pt x="598088" y="704658"/>
                      <a:pt x="594282" y="697040"/>
                    </a:cubicBezTo>
                    <a:cubicBezTo>
                      <a:pt x="601894" y="693231"/>
                      <a:pt x="605701" y="689422"/>
                      <a:pt x="613313" y="689422"/>
                    </a:cubicBezTo>
                    <a:cubicBezTo>
                      <a:pt x="639956" y="685613"/>
                      <a:pt x="666600" y="681804"/>
                      <a:pt x="685631" y="677995"/>
                    </a:cubicBezTo>
                    <a:cubicBezTo>
                      <a:pt x="689437" y="662759"/>
                      <a:pt x="689437" y="643715"/>
                      <a:pt x="693243" y="643715"/>
                    </a:cubicBezTo>
                    <a:cubicBezTo>
                      <a:pt x="700856" y="639906"/>
                      <a:pt x="716081" y="643715"/>
                      <a:pt x="727499" y="647524"/>
                    </a:cubicBezTo>
                    <a:cubicBezTo>
                      <a:pt x="735112" y="651333"/>
                      <a:pt x="738918" y="658951"/>
                      <a:pt x="750336" y="662759"/>
                    </a:cubicBezTo>
                    <a:cubicBezTo>
                      <a:pt x="784592" y="681804"/>
                      <a:pt x="818848" y="697040"/>
                      <a:pt x="856910" y="716085"/>
                    </a:cubicBezTo>
                    <a:cubicBezTo>
                      <a:pt x="856910" y="712276"/>
                      <a:pt x="856910" y="708467"/>
                      <a:pt x="860716" y="708467"/>
                    </a:cubicBezTo>
                    <a:cubicBezTo>
                      <a:pt x="845492" y="697040"/>
                      <a:pt x="834073" y="685613"/>
                      <a:pt x="822654" y="674186"/>
                    </a:cubicBezTo>
                    <a:cubicBezTo>
                      <a:pt x="841685" y="655142"/>
                      <a:pt x="860716" y="666568"/>
                      <a:pt x="875941" y="677995"/>
                    </a:cubicBezTo>
                    <a:cubicBezTo>
                      <a:pt x="933034" y="719894"/>
                      <a:pt x="993934" y="712276"/>
                      <a:pt x="1058639" y="704658"/>
                    </a:cubicBezTo>
                    <a:cubicBezTo>
                      <a:pt x="1081476" y="700849"/>
                      <a:pt x="1085283" y="693231"/>
                      <a:pt x="1077670" y="674186"/>
                    </a:cubicBezTo>
                    <a:cubicBezTo>
                      <a:pt x="1073864" y="662759"/>
                      <a:pt x="1070058" y="655142"/>
                      <a:pt x="1062445" y="639906"/>
                    </a:cubicBezTo>
                    <a:cubicBezTo>
                      <a:pt x="1051027" y="677995"/>
                      <a:pt x="1028189" y="677995"/>
                      <a:pt x="1001546" y="681804"/>
                    </a:cubicBezTo>
                    <a:cubicBezTo>
                      <a:pt x="1001546" y="681804"/>
                      <a:pt x="993934" y="658951"/>
                      <a:pt x="993934" y="651333"/>
                    </a:cubicBezTo>
                    <a:cubicBezTo>
                      <a:pt x="974903" y="655142"/>
                      <a:pt x="959678" y="655142"/>
                      <a:pt x="940647" y="658951"/>
                    </a:cubicBezTo>
                    <a:cubicBezTo>
                      <a:pt x="940647" y="655142"/>
                      <a:pt x="940647" y="651333"/>
                      <a:pt x="936840" y="647524"/>
                    </a:cubicBezTo>
                    <a:cubicBezTo>
                      <a:pt x="948259" y="636097"/>
                      <a:pt x="959678" y="624670"/>
                      <a:pt x="971096" y="613243"/>
                    </a:cubicBezTo>
                    <a:cubicBezTo>
                      <a:pt x="955872" y="613243"/>
                      <a:pt x="944453" y="617052"/>
                      <a:pt x="936840" y="620861"/>
                    </a:cubicBezTo>
                    <a:cubicBezTo>
                      <a:pt x="925422" y="620861"/>
                      <a:pt x="910197" y="628479"/>
                      <a:pt x="906391" y="624670"/>
                    </a:cubicBezTo>
                    <a:cubicBezTo>
                      <a:pt x="883554" y="605625"/>
                      <a:pt x="864523" y="609434"/>
                      <a:pt x="837879" y="613243"/>
                    </a:cubicBezTo>
                    <a:cubicBezTo>
                      <a:pt x="830267" y="613243"/>
                      <a:pt x="818848" y="601816"/>
                      <a:pt x="807429" y="594198"/>
                    </a:cubicBezTo>
                    <a:cubicBezTo>
                      <a:pt x="815042" y="586580"/>
                      <a:pt x="818848" y="575153"/>
                      <a:pt x="830267" y="571344"/>
                    </a:cubicBezTo>
                    <a:cubicBezTo>
                      <a:pt x="841685" y="567535"/>
                      <a:pt x="860716" y="563727"/>
                      <a:pt x="879747" y="559918"/>
                    </a:cubicBezTo>
                    <a:cubicBezTo>
                      <a:pt x="849298" y="540873"/>
                      <a:pt x="845492" y="498974"/>
                      <a:pt x="799817" y="498974"/>
                    </a:cubicBezTo>
                    <a:cubicBezTo>
                      <a:pt x="788398" y="498974"/>
                      <a:pt x="792205" y="479929"/>
                      <a:pt x="803623" y="476120"/>
                    </a:cubicBezTo>
                    <a:cubicBezTo>
                      <a:pt x="815042" y="468502"/>
                      <a:pt x="826461" y="468502"/>
                      <a:pt x="837879" y="464693"/>
                    </a:cubicBezTo>
                    <a:cubicBezTo>
                      <a:pt x="811236" y="445649"/>
                      <a:pt x="784592" y="434222"/>
                      <a:pt x="796011" y="388514"/>
                    </a:cubicBezTo>
                    <a:cubicBezTo>
                      <a:pt x="830267" y="407559"/>
                      <a:pt x="860716" y="422795"/>
                      <a:pt x="891166" y="441840"/>
                    </a:cubicBezTo>
                    <a:cubicBezTo>
                      <a:pt x="910197" y="453266"/>
                      <a:pt x="929228" y="472311"/>
                      <a:pt x="948259" y="441840"/>
                    </a:cubicBezTo>
                    <a:cubicBezTo>
                      <a:pt x="952065" y="434222"/>
                      <a:pt x="963484" y="438031"/>
                      <a:pt x="971096" y="434222"/>
                    </a:cubicBezTo>
                    <a:cubicBezTo>
                      <a:pt x="955872" y="411368"/>
                      <a:pt x="921616" y="399941"/>
                      <a:pt x="929228" y="358042"/>
                    </a:cubicBezTo>
                    <a:cubicBezTo>
                      <a:pt x="952065" y="369469"/>
                      <a:pt x="971096" y="377087"/>
                      <a:pt x="993934" y="388514"/>
                    </a:cubicBezTo>
                    <a:cubicBezTo>
                      <a:pt x="993934" y="365660"/>
                      <a:pt x="990127" y="350424"/>
                      <a:pt x="990127" y="335189"/>
                    </a:cubicBezTo>
                    <a:cubicBezTo>
                      <a:pt x="990127" y="338998"/>
                      <a:pt x="986321" y="342807"/>
                      <a:pt x="986321" y="342807"/>
                    </a:cubicBezTo>
                    <a:cubicBezTo>
                      <a:pt x="967290" y="342807"/>
                      <a:pt x="944453" y="346616"/>
                      <a:pt x="936840" y="335189"/>
                    </a:cubicBezTo>
                    <a:cubicBezTo>
                      <a:pt x="917809" y="312335"/>
                      <a:pt x="952065" y="312335"/>
                      <a:pt x="959678" y="297099"/>
                    </a:cubicBezTo>
                    <a:cubicBezTo>
                      <a:pt x="944453" y="274245"/>
                      <a:pt x="929228" y="251391"/>
                      <a:pt x="914003" y="224729"/>
                    </a:cubicBezTo>
                    <a:cubicBezTo>
                      <a:pt x="906391" y="217111"/>
                      <a:pt x="910197" y="205684"/>
                      <a:pt x="910197" y="194257"/>
                    </a:cubicBezTo>
                    <a:cubicBezTo>
                      <a:pt x="921616" y="198066"/>
                      <a:pt x="933034" y="198066"/>
                      <a:pt x="940647" y="201875"/>
                    </a:cubicBezTo>
                    <a:cubicBezTo>
                      <a:pt x="952065" y="205684"/>
                      <a:pt x="967290" y="217111"/>
                      <a:pt x="974903" y="220920"/>
                    </a:cubicBezTo>
                    <a:cubicBezTo>
                      <a:pt x="986321" y="205684"/>
                      <a:pt x="993934" y="198066"/>
                      <a:pt x="1001546" y="186639"/>
                    </a:cubicBezTo>
                    <a:cubicBezTo>
                      <a:pt x="1009158" y="198066"/>
                      <a:pt x="1016771" y="205684"/>
                      <a:pt x="1024383" y="217111"/>
                    </a:cubicBezTo>
                    <a:cubicBezTo>
                      <a:pt x="1028189" y="224729"/>
                      <a:pt x="1024383" y="232347"/>
                      <a:pt x="1028189" y="236156"/>
                    </a:cubicBezTo>
                    <a:cubicBezTo>
                      <a:pt x="1035802" y="259009"/>
                      <a:pt x="1043414" y="281863"/>
                      <a:pt x="1051027" y="308526"/>
                    </a:cubicBezTo>
                    <a:cubicBezTo>
                      <a:pt x="1058639" y="300908"/>
                      <a:pt x="1062445" y="293290"/>
                      <a:pt x="1062445" y="289481"/>
                    </a:cubicBezTo>
                    <a:cubicBezTo>
                      <a:pt x="1066251" y="243773"/>
                      <a:pt x="1058639" y="201875"/>
                      <a:pt x="1024383" y="167594"/>
                    </a:cubicBezTo>
                    <a:cubicBezTo>
                      <a:pt x="1009158" y="148549"/>
                      <a:pt x="986321" y="125696"/>
                      <a:pt x="997740" y="87606"/>
                    </a:cubicBezTo>
                    <a:cubicBezTo>
                      <a:pt x="1024383" y="110460"/>
                      <a:pt x="1047220" y="133313"/>
                      <a:pt x="1070058" y="152358"/>
                    </a:cubicBezTo>
                    <a:cubicBezTo>
                      <a:pt x="1070058" y="152358"/>
                      <a:pt x="1077670" y="152358"/>
                      <a:pt x="1077670" y="152358"/>
                    </a:cubicBezTo>
                    <a:cubicBezTo>
                      <a:pt x="1077670" y="102842"/>
                      <a:pt x="1077670" y="49516"/>
                      <a:pt x="1077670" y="0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7" name="Freeform 2536"/>
              <p:cNvSpPr/>
              <p:nvPr/>
            </p:nvSpPr>
            <p:spPr>
              <a:xfrm>
                <a:off x="10160000" y="1964004"/>
                <a:ext cx="2032000" cy="4893997"/>
              </a:xfrm>
              <a:custGeom>
                <a:avLst/>
                <a:gdLst>
                  <a:gd name="connsiteX0" fmla="*/ 1451192 w 2032000"/>
                  <a:gd name="connsiteY0" fmla="*/ 0 h 4893997"/>
                  <a:gd name="connsiteX1" fmla="*/ 1515898 w 2032000"/>
                  <a:gd name="connsiteY1" fmla="*/ 175213 h 4893997"/>
                  <a:gd name="connsiteX2" fmla="*/ 1614859 w 2032000"/>
                  <a:gd name="connsiteY2" fmla="*/ 106651 h 4893997"/>
                  <a:gd name="connsiteX3" fmla="*/ 1508285 w 2032000"/>
                  <a:gd name="connsiteY3" fmla="*/ 369470 h 4893997"/>
                  <a:gd name="connsiteX4" fmla="*/ 1592022 w 2032000"/>
                  <a:gd name="connsiteY4" fmla="*/ 236156 h 4893997"/>
                  <a:gd name="connsiteX5" fmla="*/ 1603440 w 2032000"/>
                  <a:gd name="connsiteY5" fmla="*/ 243774 h 4893997"/>
                  <a:gd name="connsiteX6" fmla="*/ 1611053 w 2032000"/>
                  <a:gd name="connsiteY6" fmla="*/ 274246 h 4893997"/>
                  <a:gd name="connsiteX7" fmla="*/ 1729045 w 2032000"/>
                  <a:gd name="connsiteY7" fmla="*/ 228538 h 4893997"/>
                  <a:gd name="connsiteX8" fmla="*/ 1736658 w 2032000"/>
                  <a:gd name="connsiteY8" fmla="*/ 239965 h 4893997"/>
                  <a:gd name="connsiteX9" fmla="*/ 1664340 w 2032000"/>
                  <a:gd name="connsiteY9" fmla="*/ 304717 h 4893997"/>
                  <a:gd name="connsiteX10" fmla="*/ 1751882 w 2032000"/>
                  <a:gd name="connsiteY10" fmla="*/ 354234 h 4893997"/>
                  <a:gd name="connsiteX11" fmla="*/ 1584409 w 2032000"/>
                  <a:gd name="connsiteY11" fmla="*/ 373279 h 4893997"/>
                  <a:gd name="connsiteX12" fmla="*/ 1698595 w 2032000"/>
                  <a:gd name="connsiteY12" fmla="*/ 457076 h 4893997"/>
                  <a:gd name="connsiteX13" fmla="*/ 1675758 w 2032000"/>
                  <a:gd name="connsiteY13" fmla="*/ 468503 h 4893997"/>
                  <a:gd name="connsiteX14" fmla="*/ 1592022 w 2032000"/>
                  <a:gd name="connsiteY14" fmla="*/ 491357 h 4893997"/>
                  <a:gd name="connsiteX15" fmla="*/ 1569184 w 2032000"/>
                  <a:gd name="connsiteY15" fmla="*/ 479930 h 4893997"/>
                  <a:gd name="connsiteX16" fmla="*/ 1565378 w 2032000"/>
                  <a:gd name="connsiteY16" fmla="*/ 449458 h 4893997"/>
                  <a:gd name="connsiteX17" fmla="*/ 1504479 w 2032000"/>
                  <a:gd name="connsiteY17" fmla="*/ 537064 h 4893997"/>
                  <a:gd name="connsiteX18" fmla="*/ 1519704 w 2032000"/>
                  <a:gd name="connsiteY18" fmla="*/ 651333 h 4893997"/>
                  <a:gd name="connsiteX19" fmla="*/ 1523510 w 2032000"/>
                  <a:gd name="connsiteY19" fmla="*/ 700850 h 4893997"/>
                  <a:gd name="connsiteX20" fmla="*/ 1668146 w 2032000"/>
                  <a:gd name="connsiteY20" fmla="*/ 563727 h 4893997"/>
                  <a:gd name="connsiteX21" fmla="*/ 1721433 w 2032000"/>
                  <a:gd name="connsiteY21" fmla="*/ 460885 h 4893997"/>
                  <a:gd name="connsiteX22" fmla="*/ 1767107 w 2032000"/>
                  <a:gd name="connsiteY22" fmla="*/ 502783 h 4893997"/>
                  <a:gd name="connsiteX23" fmla="*/ 1828006 w 2032000"/>
                  <a:gd name="connsiteY23" fmla="*/ 445649 h 4893997"/>
                  <a:gd name="connsiteX24" fmla="*/ 1862262 w 2032000"/>
                  <a:gd name="connsiteY24" fmla="*/ 438031 h 4893997"/>
                  <a:gd name="connsiteX25" fmla="*/ 1858456 w 2032000"/>
                  <a:gd name="connsiteY25" fmla="*/ 472312 h 4893997"/>
                  <a:gd name="connsiteX26" fmla="*/ 1820394 w 2032000"/>
                  <a:gd name="connsiteY26" fmla="*/ 529446 h 4893997"/>
                  <a:gd name="connsiteX27" fmla="*/ 1911743 w 2032000"/>
                  <a:gd name="connsiteY27" fmla="*/ 544682 h 4893997"/>
                  <a:gd name="connsiteX28" fmla="*/ 1820394 w 2032000"/>
                  <a:gd name="connsiteY28" fmla="*/ 632288 h 4893997"/>
                  <a:gd name="connsiteX29" fmla="*/ 1824200 w 2032000"/>
                  <a:gd name="connsiteY29" fmla="*/ 643715 h 4893997"/>
                  <a:gd name="connsiteX30" fmla="*/ 1888906 w 2032000"/>
                  <a:gd name="connsiteY30" fmla="*/ 662760 h 4893997"/>
                  <a:gd name="connsiteX31" fmla="*/ 1904131 w 2032000"/>
                  <a:gd name="connsiteY31" fmla="*/ 685614 h 4893997"/>
                  <a:gd name="connsiteX32" fmla="*/ 1888906 w 2032000"/>
                  <a:gd name="connsiteY32" fmla="*/ 700850 h 4893997"/>
                  <a:gd name="connsiteX33" fmla="*/ 1808975 w 2032000"/>
                  <a:gd name="connsiteY33" fmla="*/ 754175 h 4893997"/>
                  <a:gd name="connsiteX34" fmla="*/ 1744270 w 2032000"/>
                  <a:gd name="connsiteY34" fmla="*/ 780838 h 4893997"/>
                  <a:gd name="connsiteX35" fmla="*/ 1858456 w 2032000"/>
                  <a:gd name="connsiteY35" fmla="*/ 803692 h 4893997"/>
                  <a:gd name="connsiteX36" fmla="*/ 1858456 w 2032000"/>
                  <a:gd name="connsiteY36" fmla="*/ 818928 h 4893997"/>
                  <a:gd name="connsiteX37" fmla="*/ 1782332 w 2032000"/>
                  <a:gd name="connsiteY37" fmla="*/ 857017 h 4893997"/>
                  <a:gd name="connsiteX38" fmla="*/ 1789944 w 2032000"/>
                  <a:gd name="connsiteY38" fmla="*/ 883680 h 4893997"/>
                  <a:gd name="connsiteX39" fmla="*/ 1740464 w 2032000"/>
                  <a:gd name="connsiteY39" fmla="*/ 910343 h 4893997"/>
                  <a:gd name="connsiteX40" fmla="*/ 1748076 w 2032000"/>
                  <a:gd name="connsiteY40" fmla="*/ 921770 h 4893997"/>
                  <a:gd name="connsiteX41" fmla="*/ 1812782 w 2032000"/>
                  <a:gd name="connsiteY41" fmla="*/ 895107 h 4893997"/>
                  <a:gd name="connsiteX42" fmla="*/ 1877487 w 2032000"/>
                  <a:gd name="connsiteY42" fmla="*/ 895107 h 4893997"/>
                  <a:gd name="connsiteX43" fmla="*/ 1869875 w 2032000"/>
                  <a:gd name="connsiteY43" fmla="*/ 944624 h 4893997"/>
                  <a:gd name="connsiteX44" fmla="*/ 2014392 w 2032000"/>
                  <a:gd name="connsiteY44" fmla="*/ 1001401 h 4893997"/>
                  <a:gd name="connsiteX45" fmla="*/ 2032000 w 2032000"/>
                  <a:gd name="connsiteY45" fmla="*/ 1015927 h 4893997"/>
                  <a:gd name="connsiteX46" fmla="*/ 2032000 w 2032000"/>
                  <a:gd name="connsiteY46" fmla="*/ 1053638 h 4893997"/>
                  <a:gd name="connsiteX47" fmla="*/ 2017960 w 2032000"/>
                  <a:gd name="connsiteY47" fmla="*/ 1063773 h 4893997"/>
                  <a:gd name="connsiteX48" fmla="*/ 1892712 w 2032000"/>
                  <a:gd name="connsiteY48" fmla="*/ 1062701 h 4893997"/>
                  <a:gd name="connsiteX49" fmla="*/ 1873681 w 2032000"/>
                  <a:gd name="connsiteY49" fmla="*/ 1100791 h 4893997"/>
                  <a:gd name="connsiteX50" fmla="*/ 1828006 w 2032000"/>
                  <a:gd name="connsiteY50" fmla="*/ 1116027 h 4893997"/>
                  <a:gd name="connsiteX51" fmla="*/ 1759495 w 2032000"/>
                  <a:gd name="connsiteY51" fmla="*/ 1039847 h 4893997"/>
                  <a:gd name="connsiteX52" fmla="*/ 1729045 w 2032000"/>
                  <a:gd name="connsiteY52" fmla="*/ 1062701 h 4893997"/>
                  <a:gd name="connsiteX53" fmla="*/ 1740464 w 2032000"/>
                  <a:gd name="connsiteY53" fmla="*/ 1104600 h 4893997"/>
                  <a:gd name="connsiteX54" fmla="*/ 1641502 w 2032000"/>
                  <a:gd name="connsiteY54" fmla="*/ 1043656 h 4893997"/>
                  <a:gd name="connsiteX55" fmla="*/ 1633890 w 2032000"/>
                  <a:gd name="connsiteY55" fmla="*/ 1066510 h 4893997"/>
                  <a:gd name="connsiteX56" fmla="*/ 1611053 w 2032000"/>
                  <a:gd name="connsiteY56" fmla="*/ 1100791 h 4893997"/>
                  <a:gd name="connsiteX57" fmla="*/ 1580603 w 2032000"/>
                  <a:gd name="connsiteY57" fmla="*/ 1074128 h 4893997"/>
                  <a:gd name="connsiteX58" fmla="*/ 1553960 w 2032000"/>
                  <a:gd name="connsiteY58" fmla="*/ 1001758 h 4893997"/>
                  <a:gd name="connsiteX59" fmla="*/ 1546347 w 2032000"/>
                  <a:gd name="connsiteY59" fmla="*/ 971286 h 4893997"/>
                  <a:gd name="connsiteX60" fmla="*/ 1531122 w 2032000"/>
                  <a:gd name="connsiteY60" fmla="*/ 975095 h 4893997"/>
                  <a:gd name="connsiteX61" fmla="*/ 1561572 w 2032000"/>
                  <a:gd name="connsiteY61" fmla="*/ 1077937 h 4893997"/>
                  <a:gd name="connsiteX62" fmla="*/ 1717627 w 2032000"/>
                  <a:gd name="connsiteY62" fmla="*/ 1135072 h 4893997"/>
                  <a:gd name="connsiteX63" fmla="*/ 1687177 w 2032000"/>
                  <a:gd name="connsiteY63" fmla="*/ 1180779 h 4893997"/>
                  <a:gd name="connsiteX64" fmla="*/ 1797557 w 2032000"/>
                  <a:gd name="connsiteY64" fmla="*/ 1196015 h 4893997"/>
                  <a:gd name="connsiteX65" fmla="*/ 1904131 w 2032000"/>
                  <a:gd name="connsiteY65" fmla="*/ 1135072 h 4893997"/>
                  <a:gd name="connsiteX66" fmla="*/ 1907937 w 2032000"/>
                  <a:gd name="connsiteY66" fmla="*/ 1176970 h 4893997"/>
                  <a:gd name="connsiteX67" fmla="*/ 1961224 w 2032000"/>
                  <a:gd name="connsiteY67" fmla="*/ 1165543 h 4893997"/>
                  <a:gd name="connsiteX68" fmla="*/ 1999286 w 2032000"/>
                  <a:gd name="connsiteY68" fmla="*/ 1230296 h 4893997"/>
                  <a:gd name="connsiteX69" fmla="*/ 2032000 w 2032000"/>
                  <a:gd name="connsiteY69" fmla="*/ 1218964 h 4893997"/>
                  <a:gd name="connsiteX70" fmla="*/ 2032000 w 2032000"/>
                  <a:gd name="connsiteY70" fmla="*/ 1340995 h 4893997"/>
                  <a:gd name="connsiteX71" fmla="*/ 1987867 w 2032000"/>
                  <a:gd name="connsiteY71" fmla="*/ 1321711 h 4893997"/>
                  <a:gd name="connsiteX72" fmla="*/ 2026881 w 2032000"/>
                  <a:gd name="connsiteY72" fmla="*/ 1362658 h 4893997"/>
                  <a:gd name="connsiteX73" fmla="*/ 2032000 w 2032000"/>
                  <a:gd name="connsiteY73" fmla="*/ 1368073 h 4893997"/>
                  <a:gd name="connsiteX74" fmla="*/ 2032000 w 2032000"/>
                  <a:gd name="connsiteY74" fmla="*/ 1405137 h 4893997"/>
                  <a:gd name="connsiteX75" fmla="*/ 1968836 w 2032000"/>
                  <a:gd name="connsiteY75" fmla="*/ 1375036 h 4893997"/>
                  <a:gd name="connsiteX76" fmla="*/ 1930774 w 2032000"/>
                  <a:gd name="connsiteY76" fmla="*/ 1355992 h 4893997"/>
                  <a:gd name="connsiteX77" fmla="*/ 1919355 w 2032000"/>
                  <a:gd name="connsiteY77" fmla="*/ 1397890 h 4893997"/>
                  <a:gd name="connsiteX78" fmla="*/ 1877487 w 2032000"/>
                  <a:gd name="connsiteY78" fmla="*/ 1424553 h 4893997"/>
                  <a:gd name="connsiteX79" fmla="*/ 1824200 w 2032000"/>
                  <a:gd name="connsiteY79" fmla="*/ 1386463 h 4893997"/>
                  <a:gd name="connsiteX80" fmla="*/ 1812782 w 2032000"/>
                  <a:gd name="connsiteY80" fmla="*/ 1413126 h 4893997"/>
                  <a:gd name="connsiteX81" fmla="*/ 1770913 w 2032000"/>
                  <a:gd name="connsiteY81" fmla="*/ 1401699 h 4893997"/>
                  <a:gd name="connsiteX82" fmla="*/ 1717627 w 2032000"/>
                  <a:gd name="connsiteY82" fmla="*/ 1371227 h 4893997"/>
                  <a:gd name="connsiteX83" fmla="*/ 1706208 w 2032000"/>
                  <a:gd name="connsiteY83" fmla="*/ 1382654 h 4893997"/>
                  <a:gd name="connsiteX84" fmla="*/ 1732851 w 2032000"/>
                  <a:gd name="connsiteY84" fmla="*/ 1420744 h 4893997"/>
                  <a:gd name="connsiteX85" fmla="*/ 1888906 w 2032000"/>
                  <a:gd name="connsiteY85" fmla="*/ 1496923 h 4893997"/>
                  <a:gd name="connsiteX86" fmla="*/ 2004520 w 2032000"/>
                  <a:gd name="connsiteY86" fmla="*/ 1491686 h 4893997"/>
                  <a:gd name="connsiteX87" fmla="*/ 2032000 w 2032000"/>
                  <a:gd name="connsiteY87" fmla="*/ 1474766 h 4893997"/>
                  <a:gd name="connsiteX88" fmla="*/ 2032000 w 2032000"/>
                  <a:gd name="connsiteY88" fmla="*/ 1721442 h 4893997"/>
                  <a:gd name="connsiteX89" fmla="*/ 2031876 w 2032000"/>
                  <a:gd name="connsiteY89" fmla="*/ 1721593 h 4893997"/>
                  <a:gd name="connsiteX90" fmla="*/ 2014511 w 2032000"/>
                  <a:gd name="connsiteY90" fmla="*/ 1729270 h 4893997"/>
                  <a:gd name="connsiteX91" fmla="*/ 1942193 w 2032000"/>
                  <a:gd name="connsiteY91" fmla="*/ 1687371 h 4893997"/>
                  <a:gd name="connsiteX92" fmla="*/ 1839425 w 2032000"/>
                  <a:gd name="connsiteY92" fmla="*/ 1679754 h 4893997"/>
                  <a:gd name="connsiteX93" fmla="*/ 1831813 w 2032000"/>
                  <a:gd name="connsiteY93" fmla="*/ 1725461 h 4893997"/>
                  <a:gd name="connsiteX94" fmla="*/ 1679564 w 2032000"/>
                  <a:gd name="connsiteY94" fmla="*/ 1691180 h 4893997"/>
                  <a:gd name="connsiteX95" fmla="*/ 1885100 w 2032000"/>
                  <a:gd name="connsiteY95" fmla="*/ 1797831 h 4893997"/>
                  <a:gd name="connsiteX96" fmla="*/ 1999762 w 2032000"/>
                  <a:gd name="connsiteY96" fmla="*/ 1811639 h 4893997"/>
                  <a:gd name="connsiteX97" fmla="*/ 2032000 w 2032000"/>
                  <a:gd name="connsiteY97" fmla="*/ 1803707 h 4893997"/>
                  <a:gd name="connsiteX98" fmla="*/ 2032000 w 2032000"/>
                  <a:gd name="connsiteY98" fmla="*/ 2074908 h 4893997"/>
                  <a:gd name="connsiteX99" fmla="*/ 2025929 w 2032000"/>
                  <a:gd name="connsiteY99" fmla="*/ 2072077 h 4893997"/>
                  <a:gd name="connsiteX100" fmla="*/ 2014511 w 2032000"/>
                  <a:gd name="connsiteY100" fmla="*/ 2113976 h 4893997"/>
                  <a:gd name="connsiteX101" fmla="*/ 1854650 w 2032000"/>
                  <a:gd name="connsiteY101" fmla="*/ 2064459 h 4893997"/>
                  <a:gd name="connsiteX102" fmla="*/ 2029735 w 2032000"/>
                  <a:gd name="connsiteY102" fmla="*/ 2190155 h 4893997"/>
                  <a:gd name="connsiteX103" fmla="*/ 2032000 w 2032000"/>
                  <a:gd name="connsiteY103" fmla="*/ 2190283 h 4893997"/>
                  <a:gd name="connsiteX104" fmla="*/ 2032000 w 2032000"/>
                  <a:gd name="connsiteY104" fmla="*/ 4893997 h 4893997"/>
                  <a:gd name="connsiteX105" fmla="*/ 0 w 2032000"/>
                  <a:gd name="connsiteY105" fmla="*/ 4893997 h 4893997"/>
                  <a:gd name="connsiteX106" fmla="*/ 0 w 2032000"/>
                  <a:gd name="connsiteY106" fmla="*/ 2841104 h 4893997"/>
                  <a:gd name="connsiteX107" fmla="*/ 19107 w 2032000"/>
                  <a:gd name="connsiteY107" fmla="*/ 2833394 h 4893997"/>
                  <a:gd name="connsiteX108" fmla="*/ 31477 w 2032000"/>
                  <a:gd name="connsiteY108" fmla="*/ 2807207 h 4893997"/>
                  <a:gd name="connsiteX109" fmla="*/ 42896 w 2032000"/>
                  <a:gd name="connsiteY109" fmla="*/ 2803398 h 4893997"/>
                  <a:gd name="connsiteX110" fmla="*/ 84764 w 2032000"/>
                  <a:gd name="connsiteY110" fmla="*/ 2765308 h 4893997"/>
                  <a:gd name="connsiteX111" fmla="*/ 107601 w 2032000"/>
                  <a:gd name="connsiteY111" fmla="*/ 2742455 h 4893997"/>
                  <a:gd name="connsiteX112" fmla="*/ 84764 w 2032000"/>
                  <a:gd name="connsiteY112" fmla="*/ 2658657 h 4893997"/>
                  <a:gd name="connsiteX113" fmla="*/ 145664 w 2032000"/>
                  <a:gd name="connsiteY113" fmla="*/ 2624377 h 4893997"/>
                  <a:gd name="connsiteX114" fmla="*/ 157082 w 2032000"/>
                  <a:gd name="connsiteY114" fmla="*/ 2628186 h 4893997"/>
                  <a:gd name="connsiteX115" fmla="*/ 206563 w 2032000"/>
                  <a:gd name="connsiteY115" fmla="*/ 2502490 h 4893997"/>
                  <a:gd name="connsiteX116" fmla="*/ 237012 w 2032000"/>
                  <a:gd name="connsiteY116" fmla="*/ 2552007 h 4893997"/>
                  <a:gd name="connsiteX117" fmla="*/ 278881 w 2032000"/>
                  <a:gd name="connsiteY117" fmla="*/ 2506299 h 4893997"/>
                  <a:gd name="connsiteX118" fmla="*/ 267462 w 2032000"/>
                  <a:gd name="connsiteY118" fmla="*/ 2506299 h 4893997"/>
                  <a:gd name="connsiteX119" fmla="*/ 263656 w 2032000"/>
                  <a:gd name="connsiteY119" fmla="*/ 2456782 h 4893997"/>
                  <a:gd name="connsiteX120" fmla="*/ 332168 w 2032000"/>
                  <a:gd name="connsiteY120" fmla="*/ 2456782 h 4893997"/>
                  <a:gd name="connsiteX121" fmla="*/ 347392 w 2032000"/>
                  <a:gd name="connsiteY121" fmla="*/ 2407266 h 4893997"/>
                  <a:gd name="connsiteX122" fmla="*/ 415904 w 2032000"/>
                  <a:gd name="connsiteY122" fmla="*/ 2430119 h 4893997"/>
                  <a:gd name="connsiteX123" fmla="*/ 453966 w 2032000"/>
                  <a:gd name="connsiteY123" fmla="*/ 2422502 h 4893997"/>
                  <a:gd name="connsiteX124" fmla="*/ 461579 w 2032000"/>
                  <a:gd name="connsiteY124" fmla="*/ 2433928 h 4893997"/>
                  <a:gd name="connsiteX125" fmla="*/ 423517 w 2032000"/>
                  <a:gd name="connsiteY125" fmla="*/ 2494872 h 4893997"/>
                  <a:gd name="connsiteX126" fmla="*/ 465385 w 2032000"/>
                  <a:gd name="connsiteY126" fmla="*/ 2498681 h 4893997"/>
                  <a:gd name="connsiteX127" fmla="*/ 552928 w 2032000"/>
                  <a:gd name="connsiteY127" fmla="*/ 2544389 h 4893997"/>
                  <a:gd name="connsiteX128" fmla="*/ 545315 w 2032000"/>
                  <a:gd name="connsiteY128" fmla="*/ 2548198 h 4893997"/>
                  <a:gd name="connsiteX129" fmla="*/ 537703 w 2032000"/>
                  <a:gd name="connsiteY129" fmla="*/ 2605332 h 4893997"/>
                  <a:gd name="connsiteX130" fmla="*/ 549121 w 2032000"/>
                  <a:gd name="connsiteY130" fmla="*/ 2597714 h 4893997"/>
                  <a:gd name="connsiteX131" fmla="*/ 636664 w 2032000"/>
                  <a:gd name="connsiteY131" fmla="*/ 2746264 h 4893997"/>
                  <a:gd name="connsiteX132" fmla="*/ 1005866 w 2032000"/>
                  <a:gd name="connsiteY132" fmla="*/ 2708174 h 4893997"/>
                  <a:gd name="connsiteX133" fmla="*/ 899292 w 2032000"/>
                  <a:gd name="connsiteY133" fmla="*/ 2651039 h 4893997"/>
                  <a:gd name="connsiteX134" fmla="*/ 1043928 w 2032000"/>
                  <a:gd name="connsiteY134" fmla="*/ 2612950 h 4893997"/>
                  <a:gd name="connsiteX135" fmla="*/ 1177145 w 2032000"/>
                  <a:gd name="connsiteY135" fmla="*/ 2544389 h 4893997"/>
                  <a:gd name="connsiteX136" fmla="*/ 1097215 w 2032000"/>
                  <a:gd name="connsiteY136" fmla="*/ 2536771 h 4893997"/>
                  <a:gd name="connsiteX137" fmla="*/ 1066765 w 2032000"/>
                  <a:gd name="connsiteY137" fmla="*/ 2590096 h 4893997"/>
                  <a:gd name="connsiteX138" fmla="*/ 1047734 w 2032000"/>
                  <a:gd name="connsiteY138" fmla="*/ 2540580 h 4893997"/>
                  <a:gd name="connsiteX139" fmla="*/ 1009672 w 2032000"/>
                  <a:gd name="connsiteY139" fmla="*/ 2586287 h 4893997"/>
                  <a:gd name="connsiteX140" fmla="*/ 990641 w 2032000"/>
                  <a:gd name="connsiteY140" fmla="*/ 2552007 h 4893997"/>
                  <a:gd name="connsiteX141" fmla="*/ 922130 w 2032000"/>
                  <a:gd name="connsiteY141" fmla="*/ 2601523 h 4893997"/>
                  <a:gd name="connsiteX142" fmla="*/ 849812 w 2032000"/>
                  <a:gd name="connsiteY142" fmla="*/ 2563433 h 4893997"/>
                  <a:gd name="connsiteX143" fmla="*/ 804137 w 2032000"/>
                  <a:gd name="connsiteY143" fmla="*/ 2605332 h 4893997"/>
                  <a:gd name="connsiteX144" fmla="*/ 697563 w 2032000"/>
                  <a:gd name="connsiteY144" fmla="*/ 2559624 h 4893997"/>
                  <a:gd name="connsiteX145" fmla="*/ 644276 w 2032000"/>
                  <a:gd name="connsiteY145" fmla="*/ 2525344 h 4893997"/>
                  <a:gd name="connsiteX146" fmla="*/ 663308 w 2032000"/>
                  <a:gd name="connsiteY146" fmla="*/ 2487254 h 4893997"/>
                  <a:gd name="connsiteX147" fmla="*/ 549121 w 2032000"/>
                  <a:gd name="connsiteY147" fmla="*/ 2426311 h 4893997"/>
                  <a:gd name="connsiteX148" fmla="*/ 629052 w 2032000"/>
                  <a:gd name="connsiteY148" fmla="*/ 2422502 h 4893997"/>
                  <a:gd name="connsiteX149" fmla="*/ 686145 w 2032000"/>
                  <a:gd name="connsiteY149" fmla="*/ 2384412 h 4893997"/>
                  <a:gd name="connsiteX150" fmla="*/ 720401 w 2032000"/>
                  <a:gd name="connsiteY150" fmla="*/ 2365367 h 4893997"/>
                  <a:gd name="connsiteX151" fmla="*/ 1017285 w 2032000"/>
                  <a:gd name="connsiteY151" fmla="*/ 2277761 h 4893997"/>
                  <a:gd name="connsiteX152" fmla="*/ 998254 w 2032000"/>
                  <a:gd name="connsiteY152" fmla="*/ 2216817 h 4893997"/>
                  <a:gd name="connsiteX153" fmla="*/ 1059153 w 2032000"/>
                  <a:gd name="connsiteY153" fmla="*/ 2197773 h 4893997"/>
                  <a:gd name="connsiteX154" fmla="*/ 975416 w 2032000"/>
                  <a:gd name="connsiteY154" fmla="*/ 2193964 h 4893997"/>
                  <a:gd name="connsiteX155" fmla="*/ 853618 w 2032000"/>
                  <a:gd name="connsiteY155" fmla="*/ 2224435 h 4893997"/>
                  <a:gd name="connsiteX156" fmla="*/ 849812 w 2032000"/>
                  <a:gd name="connsiteY156" fmla="*/ 2205391 h 4893997"/>
                  <a:gd name="connsiteX157" fmla="*/ 811750 w 2032000"/>
                  <a:gd name="connsiteY157" fmla="*/ 2201582 h 4893997"/>
                  <a:gd name="connsiteX158" fmla="*/ 800331 w 2032000"/>
                  <a:gd name="connsiteY158" fmla="*/ 2159683 h 4893997"/>
                  <a:gd name="connsiteX159" fmla="*/ 796525 w 2032000"/>
                  <a:gd name="connsiteY159" fmla="*/ 2171110 h 4893997"/>
                  <a:gd name="connsiteX160" fmla="*/ 728013 w 2032000"/>
                  <a:gd name="connsiteY160" fmla="*/ 2144447 h 4893997"/>
                  <a:gd name="connsiteX161" fmla="*/ 682339 w 2032000"/>
                  <a:gd name="connsiteY161" fmla="*/ 2098740 h 4893997"/>
                  <a:gd name="connsiteX162" fmla="*/ 648083 w 2032000"/>
                  <a:gd name="connsiteY162" fmla="*/ 2079695 h 4893997"/>
                  <a:gd name="connsiteX163" fmla="*/ 659501 w 2032000"/>
                  <a:gd name="connsiteY163" fmla="*/ 2068268 h 4893997"/>
                  <a:gd name="connsiteX164" fmla="*/ 743238 w 2032000"/>
                  <a:gd name="connsiteY164" fmla="*/ 2068268 h 4893997"/>
                  <a:gd name="connsiteX165" fmla="*/ 796525 w 2032000"/>
                  <a:gd name="connsiteY165" fmla="*/ 2053032 h 4893997"/>
                  <a:gd name="connsiteX166" fmla="*/ 815556 w 2032000"/>
                  <a:gd name="connsiteY166" fmla="*/ 2064459 h 4893997"/>
                  <a:gd name="connsiteX167" fmla="*/ 967804 w 2032000"/>
                  <a:gd name="connsiteY167" fmla="*/ 2033987 h 4893997"/>
                  <a:gd name="connsiteX168" fmla="*/ 891680 w 2032000"/>
                  <a:gd name="connsiteY168" fmla="*/ 1992089 h 4893997"/>
                  <a:gd name="connsiteX169" fmla="*/ 807943 w 2032000"/>
                  <a:gd name="connsiteY169" fmla="*/ 1953999 h 4893997"/>
                  <a:gd name="connsiteX170" fmla="*/ 766075 w 2032000"/>
                  <a:gd name="connsiteY170" fmla="*/ 1950190 h 4893997"/>
                  <a:gd name="connsiteX171" fmla="*/ 773687 w 2032000"/>
                  <a:gd name="connsiteY171" fmla="*/ 1938763 h 4893997"/>
                  <a:gd name="connsiteX172" fmla="*/ 701370 w 2032000"/>
                  <a:gd name="connsiteY172" fmla="*/ 1858775 h 4893997"/>
                  <a:gd name="connsiteX173" fmla="*/ 826974 w 2032000"/>
                  <a:gd name="connsiteY173" fmla="*/ 1843539 h 4893997"/>
                  <a:gd name="connsiteX174" fmla="*/ 826974 w 2032000"/>
                  <a:gd name="connsiteY174" fmla="*/ 1824494 h 4893997"/>
                  <a:gd name="connsiteX175" fmla="*/ 830781 w 2032000"/>
                  <a:gd name="connsiteY175" fmla="*/ 1794022 h 4893997"/>
                  <a:gd name="connsiteX176" fmla="*/ 1123858 w 2032000"/>
                  <a:gd name="connsiteY176" fmla="*/ 1797831 h 4893997"/>
                  <a:gd name="connsiteX177" fmla="*/ 960192 w 2032000"/>
                  <a:gd name="connsiteY177" fmla="*/ 1630237 h 4893997"/>
                  <a:gd name="connsiteX178" fmla="*/ 929742 w 2032000"/>
                  <a:gd name="connsiteY178" fmla="*/ 1656900 h 4893997"/>
                  <a:gd name="connsiteX179" fmla="*/ 777494 w 2032000"/>
                  <a:gd name="connsiteY179" fmla="*/ 1584529 h 4893997"/>
                  <a:gd name="connsiteX180" fmla="*/ 785106 w 2032000"/>
                  <a:gd name="connsiteY180" fmla="*/ 1554058 h 4893997"/>
                  <a:gd name="connsiteX181" fmla="*/ 682339 w 2032000"/>
                  <a:gd name="connsiteY181" fmla="*/ 1500732 h 4893997"/>
                  <a:gd name="connsiteX182" fmla="*/ 689951 w 2032000"/>
                  <a:gd name="connsiteY182" fmla="*/ 1485496 h 4893997"/>
                  <a:gd name="connsiteX183" fmla="*/ 819362 w 2032000"/>
                  <a:gd name="connsiteY183" fmla="*/ 1500732 h 4893997"/>
                  <a:gd name="connsiteX184" fmla="*/ 811750 w 2032000"/>
                  <a:gd name="connsiteY184" fmla="*/ 1435980 h 4893997"/>
                  <a:gd name="connsiteX185" fmla="*/ 922130 w 2032000"/>
                  <a:gd name="connsiteY185" fmla="*/ 1504541 h 4893997"/>
                  <a:gd name="connsiteX186" fmla="*/ 895486 w 2032000"/>
                  <a:gd name="connsiteY186" fmla="*/ 1401699 h 4893997"/>
                  <a:gd name="connsiteX187" fmla="*/ 1043928 w 2032000"/>
                  <a:gd name="connsiteY187" fmla="*/ 1413126 h 4893997"/>
                  <a:gd name="connsiteX188" fmla="*/ 1047734 w 2032000"/>
                  <a:gd name="connsiteY188" fmla="*/ 1367418 h 4893997"/>
                  <a:gd name="connsiteX189" fmla="*/ 979223 w 2032000"/>
                  <a:gd name="connsiteY189" fmla="*/ 1344565 h 4893997"/>
                  <a:gd name="connsiteX190" fmla="*/ 975416 w 2032000"/>
                  <a:gd name="connsiteY190" fmla="*/ 1355992 h 4893997"/>
                  <a:gd name="connsiteX191" fmla="*/ 967804 w 2032000"/>
                  <a:gd name="connsiteY191" fmla="*/ 1321711 h 4893997"/>
                  <a:gd name="connsiteX192" fmla="*/ 925936 w 2032000"/>
                  <a:gd name="connsiteY192" fmla="*/ 1317902 h 4893997"/>
                  <a:gd name="connsiteX193" fmla="*/ 865036 w 2032000"/>
                  <a:gd name="connsiteY193" fmla="*/ 1276003 h 4893997"/>
                  <a:gd name="connsiteX194" fmla="*/ 876455 w 2032000"/>
                  <a:gd name="connsiteY194" fmla="*/ 1256958 h 4893997"/>
                  <a:gd name="connsiteX195" fmla="*/ 846005 w 2032000"/>
                  <a:gd name="connsiteY195" fmla="*/ 1222678 h 4893997"/>
                  <a:gd name="connsiteX196" fmla="*/ 887874 w 2032000"/>
                  <a:gd name="connsiteY196" fmla="*/ 1192206 h 4893997"/>
                  <a:gd name="connsiteX197" fmla="*/ 922130 w 2032000"/>
                  <a:gd name="connsiteY197" fmla="*/ 1199824 h 4893997"/>
                  <a:gd name="connsiteX198" fmla="*/ 975416 w 2032000"/>
                  <a:gd name="connsiteY198" fmla="*/ 1161734 h 4893997"/>
                  <a:gd name="connsiteX199" fmla="*/ 1101021 w 2032000"/>
                  <a:gd name="connsiteY199" fmla="*/ 1196015 h 4893997"/>
                  <a:gd name="connsiteX200" fmla="*/ 1081990 w 2032000"/>
                  <a:gd name="connsiteY200" fmla="*/ 1146499 h 4893997"/>
                  <a:gd name="connsiteX201" fmla="*/ 1089603 w 2032000"/>
                  <a:gd name="connsiteY201" fmla="*/ 1138881 h 4893997"/>
                  <a:gd name="connsiteX202" fmla="*/ 1203789 w 2032000"/>
                  <a:gd name="connsiteY202" fmla="*/ 1188397 h 4893997"/>
                  <a:gd name="connsiteX203" fmla="*/ 1241851 w 2032000"/>
                  <a:gd name="connsiteY203" fmla="*/ 1196015 h 4893997"/>
                  <a:gd name="connsiteX204" fmla="*/ 1439773 w 2032000"/>
                  <a:gd name="connsiteY204" fmla="*/ 1066510 h 4893997"/>
                  <a:gd name="connsiteX205" fmla="*/ 1470223 w 2032000"/>
                  <a:gd name="connsiteY205" fmla="*/ 1013185 h 4893997"/>
                  <a:gd name="connsiteX206" fmla="*/ 1458805 w 2032000"/>
                  <a:gd name="connsiteY206" fmla="*/ 1009376 h 4893997"/>
                  <a:gd name="connsiteX207" fmla="*/ 1352231 w 2032000"/>
                  <a:gd name="connsiteY207" fmla="*/ 1085555 h 4893997"/>
                  <a:gd name="connsiteX208" fmla="*/ 1226626 w 2032000"/>
                  <a:gd name="connsiteY208" fmla="*/ 1138881 h 4893997"/>
                  <a:gd name="connsiteX209" fmla="*/ 1211401 w 2032000"/>
                  <a:gd name="connsiteY209" fmla="*/ 1146499 h 4893997"/>
                  <a:gd name="connsiteX210" fmla="*/ 1203789 w 2032000"/>
                  <a:gd name="connsiteY210" fmla="*/ 1108409 h 4893997"/>
                  <a:gd name="connsiteX211" fmla="*/ 1188564 w 2032000"/>
                  <a:gd name="connsiteY211" fmla="*/ 1119836 h 4893997"/>
                  <a:gd name="connsiteX212" fmla="*/ 1135277 w 2032000"/>
                  <a:gd name="connsiteY212" fmla="*/ 1123645 h 4893997"/>
                  <a:gd name="connsiteX213" fmla="*/ 1161920 w 2032000"/>
                  <a:gd name="connsiteY213" fmla="*/ 1081746 h 4893997"/>
                  <a:gd name="connsiteX214" fmla="*/ 1215207 w 2032000"/>
                  <a:gd name="connsiteY214" fmla="*/ 1039847 h 4893997"/>
                  <a:gd name="connsiteX215" fmla="*/ 1078184 w 2032000"/>
                  <a:gd name="connsiteY215" fmla="*/ 1100791 h 4893997"/>
                  <a:gd name="connsiteX216" fmla="*/ 1051541 w 2032000"/>
                  <a:gd name="connsiteY216" fmla="*/ 1089364 h 4893997"/>
                  <a:gd name="connsiteX217" fmla="*/ 1024897 w 2032000"/>
                  <a:gd name="connsiteY217" fmla="*/ 1036039 h 4893997"/>
                  <a:gd name="connsiteX218" fmla="*/ 1081990 w 2032000"/>
                  <a:gd name="connsiteY218" fmla="*/ 997949 h 4893997"/>
                  <a:gd name="connsiteX219" fmla="*/ 1074378 w 2032000"/>
                  <a:gd name="connsiteY219" fmla="*/ 986522 h 4893997"/>
                  <a:gd name="connsiteX220" fmla="*/ 1028703 w 2032000"/>
                  <a:gd name="connsiteY220" fmla="*/ 1016994 h 4893997"/>
                  <a:gd name="connsiteX221" fmla="*/ 967804 w 2032000"/>
                  <a:gd name="connsiteY221" fmla="*/ 1047465 h 4893997"/>
                  <a:gd name="connsiteX222" fmla="*/ 937354 w 2032000"/>
                  <a:gd name="connsiteY222" fmla="*/ 1039847 h 4893997"/>
                  <a:gd name="connsiteX223" fmla="*/ 948773 w 2032000"/>
                  <a:gd name="connsiteY223" fmla="*/ 1009376 h 4893997"/>
                  <a:gd name="connsiteX224" fmla="*/ 971610 w 2032000"/>
                  <a:gd name="connsiteY224" fmla="*/ 990331 h 4893997"/>
                  <a:gd name="connsiteX225" fmla="*/ 830781 w 2032000"/>
                  <a:gd name="connsiteY225" fmla="*/ 956050 h 4893997"/>
                  <a:gd name="connsiteX226" fmla="*/ 811750 w 2032000"/>
                  <a:gd name="connsiteY226" fmla="*/ 929387 h 4893997"/>
                  <a:gd name="connsiteX227" fmla="*/ 838393 w 2032000"/>
                  <a:gd name="connsiteY227" fmla="*/ 917961 h 4893997"/>
                  <a:gd name="connsiteX228" fmla="*/ 933548 w 2032000"/>
                  <a:gd name="connsiteY228" fmla="*/ 902725 h 4893997"/>
                  <a:gd name="connsiteX229" fmla="*/ 944967 w 2032000"/>
                  <a:gd name="connsiteY229" fmla="*/ 857017 h 4893997"/>
                  <a:gd name="connsiteX230" fmla="*/ 986835 w 2032000"/>
                  <a:gd name="connsiteY230" fmla="*/ 864635 h 4893997"/>
                  <a:gd name="connsiteX231" fmla="*/ 1017285 w 2032000"/>
                  <a:gd name="connsiteY231" fmla="*/ 883680 h 4893997"/>
                  <a:gd name="connsiteX232" fmla="*/ 1161920 w 2032000"/>
                  <a:gd name="connsiteY232" fmla="*/ 952241 h 4893997"/>
                  <a:gd name="connsiteX233" fmla="*/ 1165727 w 2032000"/>
                  <a:gd name="connsiteY233" fmla="*/ 944624 h 4893997"/>
                  <a:gd name="connsiteX234" fmla="*/ 1116246 w 2032000"/>
                  <a:gd name="connsiteY234" fmla="*/ 898916 h 4893997"/>
                  <a:gd name="connsiteX235" fmla="*/ 1188564 w 2032000"/>
                  <a:gd name="connsiteY235" fmla="*/ 902725 h 4893997"/>
                  <a:gd name="connsiteX236" fmla="*/ 1428355 w 2032000"/>
                  <a:gd name="connsiteY236" fmla="*/ 940814 h 4893997"/>
                  <a:gd name="connsiteX237" fmla="*/ 1454998 w 2032000"/>
                  <a:gd name="connsiteY237" fmla="*/ 898916 h 4893997"/>
                  <a:gd name="connsiteX238" fmla="*/ 1435967 w 2032000"/>
                  <a:gd name="connsiteY238" fmla="*/ 853208 h 4893997"/>
                  <a:gd name="connsiteX239" fmla="*/ 1356037 w 2032000"/>
                  <a:gd name="connsiteY239" fmla="*/ 910343 h 4893997"/>
                  <a:gd name="connsiteX240" fmla="*/ 1344618 w 2032000"/>
                  <a:gd name="connsiteY240" fmla="*/ 868444 h 4893997"/>
                  <a:gd name="connsiteX241" fmla="*/ 1272300 w 2032000"/>
                  <a:gd name="connsiteY241" fmla="*/ 876062 h 4893997"/>
                  <a:gd name="connsiteX242" fmla="*/ 1272300 w 2032000"/>
                  <a:gd name="connsiteY242" fmla="*/ 864635 h 4893997"/>
                  <a:gd name="connsiteX243" fmla="*/ 1314169 w 2032000"/>
                  <a:gd name="connsiteY243" fmla="*/ 818928 h 4893997"/>
                  <a:gd name="connsiteX244" fmla="*/ 1268494 w 2032000"/>
                  <a:gd name="connsiteY244" fmla="*/ 826545 h 4893997"/>
                  <a:gd name="connsiteX245" fmla="*/ 1226626 w 2032000"/>
                  <a:gd name="connsiteY245" fmla="*/ 834163 h 4893997"/>
                  <a:gd name="connsiteX246" fmla="*/ 1139083 w 2032000"/>
                  <a:gd name="connsiteY246" fmla="*/ 815119 h 4893997"/>
                  <a:gd name="connsiteX247" fmla="*/ 1093409 w 2032000"/>
                  <a:gd name="connsiteY247" fmla="*/ 792265 h 4893997"/>
                  <a:gd name="connsiteX248" fmla="*/ 1123858 w 2032000"/>
                  <a:gd name="connsiteY248" fmla="*/ 761793 h 4893997"/>
                  <a:gd name="connsiteX249" fmla="*/ 1192370 w 2032000"/>
                  <a:gd name="connsiteY249" fmla="*/ 746557 h 4893997"/>
                  <a:gd name="connsiteX250" fmla="*/ 1089603 w 2032000"/>
                  <a:gd name="connsiteY250" fmla="*/ 666569 h 4893997"/>
                  <a:gd name="connsiteX251" fmla="*/ 1093409 w 2032000"/>
                  <a:gd name="connsiteY251" fmla="*/ 632288 h 4893997"/>
                  <a:gd name="connsiteX252" fmla="*/ 1135277 w 2032000"/>
                  <a:gd name="connsiteY252" fmla="*/ 617052 h 4893997"/>
                  <a:gd name="connsiteX253" fmla="*/ 1081990 w 2032000"/>
                  <a:gd name="connsiteY253" fmla="*/ 518019 h 4893997"/>
                  <a:gd name="connsiteX254" fmla="*/ 1207595 w 2032000"/>
                  <a:gd name="connsiteY254" fmla="*/ 586581 h 4893997"/>
                  <a:gd name="connsiteX255" fmla="*/ 1283719 w 2032000"/>
                  <a:gd name="connsiteY255" fmla="*/ 586581 h 4893997"/>
                  <a:gd name="connsiteX256" fmla="*/ 1314169 w 2032000"/>
                  <a:gd name="connsiteY256" fmla="*/ 578963 h 4893997"/>
                  <a:gd name="connsiteX257" fmla="*/ 1257076 w 2032000"/>
                  <a:gd name="connsiteY257" fmla="*/ 476121 h 4893997"/>
                  <a:gd name="connsiteX258" fmla="*/ 1344618 w 2032000"/>
                  <a:gd name="connsiteY258" fmla="*/ 518019 h 4893997"/>
                  <a:gd name="connsiteX259" fmla="*/ 1340812 w 2032000"/>
                  <a:gd name="connsiteY259" fmla="*/ 445649 h 4893997"/>
                  <a:gd name="connsiteX260" fmla="*/ 1333200 w 2032000"/>
                  <a:gd name="connsiteY260" fmla="*/ 457076 h 4893997"/>
                  <a:gd name="connsiteX261" fmla="*/ 1268494 w 2032000"/>
                  <a:gd name="connsiteY261" fmla="*/ 449458 h 4893997"/>
                  <a:gd name="connsiteX262" fmla="*/ 1302750 w 2032000"/>
                  <a:gd name="connsiteY262" fmla="*/ 392324 h 4893997"/>
                  <a:gd name="connsiteX263" fmla="*/ 1238045 w 2032000"/>
                  <a:gd name="connsiteY263" fmla="*/ 300908 h 4893997"/>
                  <a:gd name="connsiteX264" fmla="*/ 1234238 w 2032000"/>
                  <a:gd name="connsiteY264" fmla="*/ 259010 h 4893997"/>
                  <a:gd name="connsiteX265" fmla="*/ 1272300 w 2032000"/>
                  <a:gd name="connsiteY265" fmla="*/ 266628 h 4893997"/>
                  <a:gd name="connsiteX266" fmla="*/ 1321781 w 2032000"/>
                  <a:gd name="connsiteY266" fmla="*/ 297099 h 4893997"/>
                  <a:gd name="connsiteX267" fmla="*/ 1356037 w 2032000"/>
                  <a:gd name="connsiteY267" fmla="*/ 247583 h 4893997"/>
                  <a:gd name="connsiteX268" fmla="*/ 1386487 w 2032000"/>
                  <a:gd name="connsiteY268" fmla="*/ 293290 h 4893997"/>
                  <a:gd name="connsiteX269" fmla="*/ 1390293 w 2032000"/>
                  <a:gd name="connsiteY269" fmla="*/ 316144 h 4893997"/>
                  <a:gd name="connsiteX270" fmla="*/ 1420742 w 2032000"/>
                  <a:gd name="connsiteY270" fmla="*/ 407559 h 4893997"/>
                  <a:gd name="connsiteX271" fmla="*/ 1435967 w 2032000"/>
                  <a:gd name="connsiteY271" fmla="*/ 384706 h 4893997"/>
                  <a:gd name="connsiteX272" fmla="*/ 1386487 w 2032000"/>
                  <a:gd name="connsiteY272" fmla="*/ 224729 h 4893997"/>
                  <a:gd name="connsiteX273" fmla="*/ 1348425 w 2032000"/>
                  <a:gd name="connsiteY273" fmla="*/ 118078 h 4893997"/>
                  <a:gd name="connsiteX274" fmla="*/ 1439773 w 2032000"/>
                  <a:gd name="connsiteY274" fmla="*/ 205684 h 4893997"/>
                  <a:gd name="connsiteX275" fmla="*/ 1451192 w 2032000"/>
                  <a:gd name="connsiteY275" fmla="*/ 201875 h 4893997"/>
                  <a:gd name="connsiteX276" fmla="*/ 1451192 w 2032000"/>
                  <a:gd name="connsiteY276" fmla="*/ 0 h 4893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</a:cxnLst>
                <a:rect l="l" t="t" r="r" b="b"/>
                <a:pathLst>
                  <a:path w="2032000" h="4893997">
                    <a:moveTo>
                      <a:pt x="1451192" y="0"/>
                    </a:moveTo>
                    <a:cubicBezTo>
                      <a:pt x="1527316" y="38090"/>
                      <a:pt x="1481642" y="118078"/>
                      <a:pt x="1515898" y="175213"/>
                    </a:cubicBezTo>
                    <a:cubicBezTo>
                      <a:pt x="1542541" y="137123"/>
                      <a:pt x="1557766" y="95224"/>
                      <a:pt x="1614859" y="106651"/>
                    </a:cubicBezTo>
                    <a:cubicBezTo>
                      <a:pt x="1580603" y="198066"/>
                      <a:pt x="1474029" y="251392"/>
                      <a:pt x="1508285" y="369470"/>
                    </a:cubicBezTo>
                    <a:cubicBezTo>
                      <a:pt x="1538735" y="327571"/>
                      <a:pt x="1565378" y="281864"/>
                      <a:pt x="1592022" y="236156"/>
                    </a:cubicBezTo>
                    <a:cubicBezTo>
                      <a:pt x="1595828" y="239965"/>
                      <a:pt x="1599634" y="239965"/>
                      <a:pt x="1603440" y="243774"/>
                    </a:cubicBezTo>
                    <a:cubicBezTo>
                      <a:pt x="1607247" y="255201"/>
                      <a:pt x="1607247" y="266628"/>
                      <a:pt x="1611053" y="274246"/>
                    </a:cubicBezTo>
                    <a:cubicBezTo>
                      <a:pt x="1649115" y="259010"/>
                      <a:pt x="1690983" y="243774"/>
                      <a:pt x="1729045" y="228538"/>
                    </a:cubicBezTo>
                    <a:cubicBezTo>
                      <a:pt x="1732851" y="232347"/>
                      <a:pt x="1732851" y="236156"/>
                      <a:pt x="1736658" y="239965"/>
                    </a:cubicBezTo>
                    <a:cubicBezTo>
                      <a:pt x="1713820" y="262819"/>
                      <a:pt x="1687177" y="285673"/>
                      <a:pt x="1664340" y="304717"/>
                    </a:cubicBezTo>
                    <a:cubicBezTo>
                      <a:pt x="1694789" y="319953"/>
                      <a:pt x="1717627" y="335189"/>
                      <a:pt x="1751882" y="354234"/>
                    </a:cubicBezTo>
                    <a:cubicBezTo>
                      <a:pt x="1694789" y="388515"/>
                      <a:pt x="1637696" y="354234"/>
                      <a:pt x="1584409" y="373279"/>
                    </a:cubicBezTo>
                    <a:cubicBezTo>
                      <a:pt x="1633890" y="384706"/>
                      <a:pt x="1675758" y="407559"/>
                      <a:pt x="1698595" y="457076"/>
                    </a:cubicBezTo>
                    <a:cubicBezTo>
                      <a:pt x="1690983" y="460885"/>
                      <a:pt x="1683371" y="468503"/>
                      <a:pt x="1675758" y="468503"/>
                    </a:cubicBezTo>
                    <a:cubicBezTo>
                      <a:pt x="1645309" y="460885"/>
                      <a:pt x="1614859" y="468503"/>
                      <a:pt x="1592022" y="491357"/>
                    </a:cubicBezTo>
                    <a:cubicBezTo>
                      <a:pt x="1592022" y="495166"/>
                      <a:pt x="1572991" y="487548"/>
                      <a:pt x="1569184" y="479930"/>
                    </a:cubicBezTo>
                    <a:cubicBezTo>
                      <a:pt x="1565378" y="472312"/>
                      <a:pt x="1569184" y="460885"/>
                      <a:pt x="1565378" y="449458"/>
                    </a:cubicBezTo>
                    <a:cubicBezTo>
                      <a:pt x="1512091" y="457076"/>
                      <a:pt x="1496867" y="487548"/>
                      <a:pt x="1504479" y="537064"/>
                    </a:cubicBezTo>
                    <a:cubicBezTo>
                      <a:pt x="1512091" y="575154"/>
                      <a:pt x="1515898" y="613243"/>
                      <a:pt x="1519704" y="651333"/>
                    </a:cubicBezTo>
                    <a:cubicBezTo>
                      <a:pt x="1519704" y="662760"/>
                      <a:pt x="1523510" y="677996"/>
                      <a:pt x="1523510" y="700850"/>
                    </a:cubicBezTo>
                    <a:cubicBezTo>
                      <a:pt x="1588216" y="662760"/>
                      <a:pt x="1641502" y="628479"/>
                      <a:pt x="1668146" y="563727"/>
                    </a:cubicBezTo>
                    <a:cubicBezTo>
                      <a:pt x="1683371" y="529446"/>
                      <a:pt x="1702402" y="498975"/>
                      <a:pt x="1721433" y="460885"/>
                    </a:cubicBezTo>
                    <a:cubicBezTo>
                      <a:pt x="1740464" y="479930"/>
                      <a:pt x="1751882" y="491357"/>
                      <a:pt x="1767107" y="502783"/>
                    </a:cubicBezTo>
                    <a:cubicBezTo>
                      <a:pt x="1789944" y="483739"/>
                      <a:pt x="1808975" y="464694"/>
                      <a:pt x="1828006" y="445649"/>
                    </a:cubicBezTo>
                    <a:cubicBezTo>
                      <a:pt x="1835619" y="441840"/>
                      <a:pt x="1850844" y="441840"/>
                      <a:pt x="1862262" y="438031"/>
                    </a:cubicBezTo>
                    <a:cubicBezTo>
                      <a:pt x="1858456" y="449458"/>
                      <a:pt x="1862262" y="460885"/>
                      <a:pt x="1858456" y="472312"/>
                    </a:cubicBezTo>
                    <a:cubicBezTo>
                      <a:pt x="1847038" y="491357"/>
                      <a:pt x="1835619" y="510401"/>
                      <a:pt x="1820394" y="529446"/>
                    </a:cubicBezTo>
                    <a:cubicBezTo>
                      <a:pt x="1850844" y="537064"/>
                      <a:pt x="1877487" y="540873"/>
                      <a:pt x="1911743" y="544682"/>
                    </a:cubicBezTo>
                    <a:cubicBezTo>
                      <a:pt x="1873681" y="578963"/>
                      <a:pt x="1847038" y="605626"/>
                      <a:pt x="1820394" y="632288"/>
                    </a:cubicBezTo>
                    <a:cubicBezTo>
                      <a:pt x="1820394" y="636097"/>
                      <a:pt x="1824200" y="639906"/>
                      <a:pt x="1824200" y="643715"/>
                    </a:cubicBezTo>
                    <a:cubicBezTo>
                      <a:pt x="1847038" y="651333"/>
                      <a:pt x="1869875" y="655142"/>
                      <a:pt x="1888906" y="662760"/>
                    </a:cubicBezTo>
                    <a:cubicBezTo>
                      <a:pt x="1896518" y="662760"/>
                      <a:pt x="1904131" y="674187"/>
                      <a:pt x="1904131" y="685614"/>
                    </a:cubicBezTo>
                    <a:cubicBezTo>
                      <a:pt x="1907937" y="689423"/>
                      <a:pt x="1892712" y="697041"/>
                      <a:pt x="1888906" y="700850"/>
                    </a:cubicBezTo>
                    <a:cubicBezTo>
                      <a:pt x="1862262" y="716085"/>
                      <a:pt x="1835619" y="735130"/>
                      <a:pt x="1808975" y="754175"/>
                    </a:cubicBezTo>
                    <a:cubicBezTo>
                      <a:pt x="1751882" y="727513"/>
                      <a:pt x="1748076" y="731322"/>
                      <a:pt x="1744270" y="780838"/>
                    </a:cubicBezTo>
                    <a:cubicBezTo>
                      <a:pt x="1782332" y="788456"/>
                      <a:pt x="1820394" y="796074"/>
                      <a:pt x="1858456" y="803692"/>
                    </a:cubicBezTo>
                    <a:cubicBezTo>
                      <a:pt x="1858456" y="811310"/>
                      <a:pt x="1858456" y="815119"/>
                      <a:pt x="1858456" y="818928"/>
                    </a:cubicBezTo>
                    <a:cubicBezTo>
                      <a:pt x="1835619" y="830354"/>
                      <a:pt x="1808975" y="845590"/>
                      <a:pt x="1782332" y="857017"/>
                    </a:cubicBezTo>
                    <a:cubicBezTo>
                      <a:pt x="1786138" y="864635"/>
                      <a:pt x="1786138" y="872253"/>
                      <a:pt x="1789944" y="883680"/>
                    </a:cubicBezTo>
                    <a:cubicBezTo>
                      <a:pt x="1774720" y="891298"/>
                      <a:pt x="1755689" y="898916"/>
                      <a:pt x="1740464" y="910343"/>
                    </a:cubicBezTo>
                    <a:cubicBezTo>
                      <a:pt x="1744270" y="914152"/>
                      <a:pt x="1744270" y="917961"/>
                      <a:pt x="1748076" y="921770"/>
                    </a:cubicBezTo>
                    <a:cubicBezTo>
                      <a:pt x="1767107" y="914152"/>
                      <a:pt x="1789944" y="898916"/>
                      <a:pt x="1812782" y="895107"/>
                    </a:cubicBezTo>
                    <a:cubicBezTo>
                      <a:pt x="1831813" y="891298"/>
                      <a:pt x="1854650" y="895107"/>
                      <a:pt x="1877487" y="895107"/>
                    </a:cubicBezTo>
                    <a:cubicBezTo>
                      <a:pt x="1877487" y="910343"/>
                      <a:pt x="1873681" y="925579"/>
                      <a:pt x="1869875" y="944624"/>
                    </a:cubicBezTo>
                    <a:cubicBezTo>
                      <a:pt x="1921258" y="956051"/>
                      <a:pt x="1970501" y="971762"/>
                      <a:pt x="2014392" y="1001401"/>
                    </a:cubicBezTo>
                    <a:lnTo>
                      <a:pt x="2032000" y="1015927"/>
                    </a:lnTo>
                    <a:lnTo>
                      <a:pt x="2032000" y="1053638"/>
                    </a:lnTo>
                    <a:lnTo>
                      <a:pt x="2017960" y="1063773"/>
                    </a:lnTo>
                    <a:cubicBezTo>
                      <a:pt x="1976210" y="1084841"/>
                      <a:pt x="1926968" y="1085555"/>
                      <a:pt x="1892712" y="1062701"/>
                    </a:cubicBezTo>
                    <a:cubicBezTo>
                      <a:pt x="1885100" y="1074128"/>
                      <a:pt x="1877487" y="1085555"/>
                      <a:pt x="1873681" y="1100791"/>
                    </a:cubicBezTo>
                    <a:cubicBezTo>
                      <a:pt x="1866069" y="1131263"/>
                      <a:pt x="1850844" y="1135072"/>
                      <a:pt x="1828006" y="1116027"/>
                    </a:cubicBezTo>
                    <a:cubicBezTo>
                      <a:pt x="1805169" y="1093173"/>
                      <a:pt x="1782332" y="1066510"/>
                      <a:pt x="1759495" y="1039847"/>
                    </a:cubicBezTo>
                    <a:cubicBezTo>
                      <a:pt x="1751882" y="1047465"/>
                      <a:pt x="1740464" y="1055083"/>
                      <a:pt x="1729045" y="1062701"/>
                    </a:cubicBezTo>
                    <a:cubicBezTo>
                      <a:pt x="1732851" y="1077937"/>
                      <a:pt x="1736658" y="1089364"/>
                      <a:pt x="1740464" y="1104600"/>
                    </a:cubicBezTo>
                    <a:cubicBezTo>
                      <a:pt x="1690983" y="1112218"/>
                      <a:pt x="1679564" y="1104600"/>
                      <a:pt x="1641502" y="1043656"/>
                    </a:cubicBezTo>
                    <a:cubicBezTo>
                      <a:pt x="1641502" y="1051274"/>
                      <a:pt x="1637696" y="1058892"/>
                      <a:pt x="1633890" y="1066510"/>
                    </a:cubicBezTo>
                    <a:cubicBezTo>
                      <a:pt x="1630084" y="1077937"/>
                      <a:pt x="1618665" y="1089364"/>
                      <a:pt x="1611053" y="1100791"/>
                    </a:cubicBezTo>
                    <a:cubicBezTo>
                      <a:pt x="1599634" y="1093173"/>
                      <a:pt x="1584409" y="1085555"/>
                      <a:pt x="1580603" y="1074128"/>
                    </a:cubicBezTo>
                    <a:cubicBezTo>
                      <a:pt x="1565378" y="1051274"/>
                      <a:pt x="1561572" y="1024612"/>
                      <a:pt x="1553960" y="1001758"/>
                    </a:cubicBezTo>
                    <a:cubicBezTo>
                      <a:pt x="1550153" y="990331"/>
                      <a:pt x="1550153" y="982713"/>
                      <a:pt x="1546347" y="971286"/>
                    </a:cubicBezTo>
                    <a:cubicBezTo>
                      <a:pt x="1542541" y="975095"/>
                      <a:pt x="1534929" y="975095"/>
                      <a:pt x="1531122" y="975095"/>
                    </a:cubicBezTo>
                    <a:cubicBezTo>
                      <a:pt x="1538735" y="1009376"/>
                      <a:pt x="1546347" y="1043656"/>
                      <a:pt x="1561572" y="1077937"/>
                    </a:cubicBezTo>
                    <a:cubicBezTo>
                      <a:pt x="1588216" y="1150307"/>
                      <a:pt x="1660533" y="1112218"/>
                      <a:pt x="1717627" y="1135072"/>
                    </a:cubicBezTo>
                    <a:cubicBezTo>
                      <a:pt x="1706208" y="1150307"/>
                      <a:pt x="1694789" y="1165543"/>
                      <a:pt x="1687177" y="1180779"/>
                    </a:cubicBezTo>
                    <a:cubicBezTo>
                      <a:pt x="1721433" y="1199824"/>
                      <a:pt x="1759495" y="1215060"/>
                      <a:pt x="1797557" y="1196015"/>
                    </a:cubicBezTo>
                    <a:cubicBezTo>
                      <a:pt x="1835619" y="1176970"/>
                      <a:pt x="1866069" y="1157925"/>
                      <a:pt x="1904131" y="1135072"/>
                    </a:cubicBezTo>
                    <a:cubicBezTo>
                      <a:pt x="1904131" y="1150307"/>
                      <a:pt x="1907937" y="1161734"/>
                      <a:pt x="1907937" y="1176970"/>
                    </a:cubicBezTo>
                    <a:cubicBezTo>
                      <a:pt x="1930774" y="1173161"/>
                      <a:pt x="1945999" y="1169352"/>
                      <a:pt x="1961224" y="1165543"/>
                    </a:cubicBezTo>
                    <a:cubicBezTo>
                      <a:pt x="1976449" y="1188397"/>
                      <a:pt x="1987867" y="1207442"/>
                      <a:pt x="1999286" y="1230296"/>
                    </a:cubicBezTo>
                    <a:lnTo>
                      <a:pt x="2032000" y="1218964"/>
                    </a:lnTo>
                    <a:lnTo>
                      <a:pt x="2032000" y="1340995"/>
                    </a:lnTo>
                    <a:lnTo>
                      <a:pt x="1987867" y="1321711"/>
                    </a:lnTo>
                    <a:cubicBezTo>
                      <a:pt x="2003092" y="1336947"/>
                      <a:pt x="2015462" y="1350279"/>
                      <a:pt x="2026881" y="1362658"/>
                    </a:cubicBezTo>
                    <a:lnTo>
                      <a:pt x="2032000" y="1368073"/>
                    </a:lnTo>
                    <a:lnTo>
                      <a:pt x="2032000" y="1405137"/>
                    </a:lnTo>
                    <a:lnTo>
                      <a:pt x="1968836" y="1375036"/>
                    </a:lnTo>
                    <a:cubicBezTo>
                      <a:pt x="1953611" y="1367418"/>
                      <a:pt x="1942193" y="1363609"/>
                      <a:pt x="1930774" y="1355992"/>
                    </a:cubicBezTo>
                    <a:cubicBezTo>
                      <a:pt x="1926968" y="1371227"/>
                      <a:pt x="1919355" y="1386463"/>
                      <a:pt x="1919355" y="1397890"/>
                    </a:cubicBezTo>
                    <a:cubicBezTo>
                      <a:pt x="1919355" y="1432171"/>
                      <a:pt x="1907937" y="1439789"/>
                      <a:pt x="1877487" y="1424553"/>
                    </a:cubicBezTo>
                    <a:cubicBezTo>
                      <a:pt x="1858456" y="1413126"/>
                      <a:pt x="1839425" y="1397890"/>
                      <a:pt x="1824200" y="1386463"/>
                    </a:cubicBezTo>
                    <a:cubicBezTo>
                      <a:pt x="1816588" y="1397890"/>
                      <a:pt x="1812782" y="1413126"/>
                      <a:pt x="1812782" y="1413126"/>
                    </a:cubicBezTo>
                    <a:cubicBezTo>
                      <a:pt x="1797557" y="1409317"/>
                      <a:pt x="1786138" y="1405508"/>
                      <a:pt x="1770913" y="1401699"/>
                    </a:cubicBezTo>
                    <a:cubicBezTo>
                      <a:pt x="1751882" y="1390272"/>
                      <a:pt x="1732851" y="1378845"/>
                      <a:pt x="1717627" y="1371227"/>
                    </a:cubicBezTo>
                    <a:cubicBezTo>
                      <a:pt x="1713820" y="1375036"/>
                      <a:pt x="1710014" y="1378845"/>
                      <a:pt x="1706208" y="1382654"/>
                    </a:cubicBezTo>
                    <a:cubicBezTo>
                      <a:pt x="1713820" y="1397890"/>
                      <a:pt x="1721433" y="1413126"/>
                      <a:pt x="1732851" y="1420744"/>
                    </a:cubicBezTo>
                    <a:cubicBezTo>
                      <a:pt x="1786138" y="1447407"/>
                      <a:pt x="1835619" y="1470260"/>
                      <a:pt x="1888906" y="1496923"/>
                    </a:cubicBezTo>
                    <a:cubicBezTo>
                      <a:pt x="1934581" y="1517873"/>
                      <a:pt x="1970739" y="1509303"/>
                      <a:pt x="2004520" y="1491686"/>
                    </a:cubicBezTo>
                    <a:lnTo>
                      <a:pt x="2032000" y="1474766"/>
                    </a:lnTo>
                    <a:lnTo>
                      <a:pt x="2032000" y="1721442"/>
                    </a:lnTo>
                    <a:lnTo>
                      <a:pt x="2031876" y="1721593"/>
                    </a:lnTo>
                    <a:cubicBezTo>
                      <a:pt x="2026167" y="1726414"/>
                      <a:pt x="2020220" y="1729270"/>
                      <a:pt x="2014511" y="1729270"/>
                    </a:cubicBezTo>
                    <a:cubicBezTo>
                      <a:pt x="1984061" y="1729270"/>
                      <a:pt x="1953611" y="1725461"/>
                      <a:pt x="1942193" y="1687371"/>
                    </a:cubicBezTo>
                    <a:cubicBezTo>
                      <a:pt x="1904131" y="1748315"/>
                      <a:pt x="1873681" y="1683563"/>
                      <a:pt x="1839425" y="1679754"/>
                    </a:cubicBezTo>
                    <a:cubicBezTo>
                      <a:pt x="1835619" y="1694989"/>
                      <a:pt x="1835619" y="1710225"/>
                      <a:pt x="1831813" y="1725461"/>
                    </a:cubicBezTo>
                    <a:cubicBezTo>
                      <a:pt x="1782332" y="1698798"/>
                      <a:pt x="1736658" y="1679754"/>
                      <a:pt x="1679564" y="1691180"/>
                    </a:cubicBezTo>
                    <a:cubicBezTo>
                      <a:pt x="1740464" y="1740697"/>
                      <a:pt x="1812782" y="1771169"/>
                      <a:pt x="1885100" y="1797831"/>
                    </a:cubicBezTo>
                    <a:cubicBezTo>
                      <a:pt x="1925065" y="1811163"/>
                      <a:pt x="1963127" y="1815924"/>
                      <a:pt x="1999762" y="1811639"/>
                    </a:cubicBezTo>
                    <a:lnTo>
                      <a:pt x="2032000" y="1803707"/>
                    </a:lnTo>
                    <a:lnTo>
                      <a:pt x="2032000" y="2074908"/>
                    </a:lnTo>
                    <a:lnTo>
                      <a:pt x="2025929" y="2072077"/>
                    </a:lnTo>
                    <a:cubicBezTo>
                      <a:pt x="2022123" y="2083504"/>
                      <a:pt x="2018317" y="2098740"/>
                      <a:pt x="2014511" y="2113976"/>
                    </a:cubicBezTo>
                    <a:cubicBezTo>
                      <a:pt x="1961224" y="2091122"/>
                      <a:pt x="1900324" y="2117785"/>
                      <a:pt x="1854650" y="2064459"/>
                    </a:cubicBezTo>
                    <a:cubicBezTo>
                      <a:pt x="1877487" y="2167301"/>
                      <a:pt x="1953611" y="2174919"/>
                      <a:pt x="2029735" y="2190155"/>
                    </a:cubicBezTo>
                    <a:lnTo>
                      <a:pt x="2032000" y="2190283"/>
                    </a:lnTo>
                    <a:lnTo>
                      <a:pt x="2032000" y="4893997"/>
                    </a:lnTo>
                    <a:lnTo>
                      <a:pt x="0" y="4893997"/>
                    </a:lnTo>
                    <a:lnTo>
                      <a:pt x="0" y="2841104"/>
                    </a:lnTo>
                    <a:lnTo>
                      <a:pt x="19107" y="2833394"/>
                    </a:lnTo>
                    <a:cubicBezTo>
                      <a:pt x="25768" y="2827205"/>
                      <a:pt x="29574" y="2818634"/>
                      <a:pt x="31477" y="2807207"/>
                    </a:cubicBezTo>
                    <a:cubicBezTo>
                      <a:pt x="31477" y="2803398"/>
                      <a:pt x="39090" y="2803398"/>
                      <a:pt x="42896" y="2803398"/>
                    </a:cubicBezTo>
                    <a:cubicBezTo>
                      <a:pt x="73346" y="2807207"/>
                      <a:pt x="96183" y="2807207"/>
                      <a:pt x="84764" y="2765308"/>
                    </a:cubicBezTo>
                    <a:cubicBezTo>
                      <a:pt x="84764" y="2761499"/>
                      <a:pt x="107601" y="2750073"/>
                      <a:pt x="107601" y="2742455"/>
                    </a:cubicBezTo>
                    <a:cubicBezTo>
                      <a:pt x="103795" y="2715792"/>
                      <a:pt x="96183" y="2692938"/>
                      <a:pt x="84764" y="2658657"/>
                    </a:cubicBezTo>
                    <a:cubicBezTo>
                      <a:pt x="96183" y="2654848"/>
                      <a:pt x="119020" y="2639613"/>
                      <a:pt x="145664" y="2624377"/>
                    </a:cubicBezTo>
                    <a:cubicBezTo>
                      <a:pt x="149470" y="2624377"/>
                      <a:pt x="157082" y="2628186"/>
                      <a:pt x="157082" y="2628186"/>
                    </a:cubicBezTo>
                    <a:cubicBezTo>
                      <a:pt x="172307" y="2590096"/>
                      <a:pt x="191338" y="2548198"/>
                      <a:pt x="206563" y="2502490"/>
                    </a:cubicBezTo>
                    <a:cubicBezTo>
                      <a:pt x="221788" y="2525344"/>
                      <a:pt x="229400" y="2536771"/>
                      <a:pt x="237012" y="2552007"/>
                    </a:cubicBezTo>
                    <a:cubicBezTo>
                      <a:pt x="256044" y="2532962"/>
                      <a:pt x="267462" y="2521535"/>
                      <a:pt x="278881" y="2506299"/>
                    </a:cubicBezTo>
                    <a:cubicBezTo>
                      <a:pt x="275075" y="2506299"/>
                      <a:pt x="271268" y="2506299"/>
                      <a:pt x="267462" y="2506299"/>
                    </a:cubicBezTo>
                    <a:cubicBezTo>
                      <a:pt x="267462" y="2491063"/>
                      <a:pt x="263656" y="2472018"/>
                      <a:pt x="263656" y="2456782"/>
                    </a:cubicBezTo>
                    <a:cubicBezTo>
                      <a:pt x="263656" y="2456782"/>
                      <a:pt x="263656" y="2456782"/>
                      <a:pt x="332168" y="2456782"/>
                    </a:cubicBezTo>
                    <a:cubicBezTo>
                      <a:pt x="335974" y="2441546"/>
                      <a:pt x="339780" y="2426311"/>
                      <a:pt x="347392" y="2407266"/>
                    </a:cubicBezTo>
                    <a:cubicBezTo>
                      <a:pt x="370230" y="2414884"/>
                      <a:pt x="393067" y="2422502"/>
                      <a:pt x="415904" y="2430119"/>
                    </a:cubicBezTo>
                    <a:cubicBezTo>
                      <a:pt x="423517" y="2430119"/>
                      <a:pt x="438741" y="2426311"/>
                      <a:pt x="453966" y="2422502"/>
                    </a:cubicBezTo>
                    <a:cubicBezTo>
                      <a:pt x="457772" y="2426311"/>
                      <a:pt x="461579" y="2430119"/>
                      <a:pt x="461579" y="2433928"/>
                    </a:cubicBezTo>
                    <a:cubicBezTo>
                      <a:pt x="450160" y="2452973"/>
                      <a:pt x="438741" y="2472018"/>
                      <a:pt x="423517" y="2494872"/>
                    </a:cubicBezTo>
                    <a:cubicBezTo>
                      <a:pt x="438741" y="2498681"/>
                      <a:pt x="453966" y="2502490"/>
                      <a:pt x="465385" y="2498681"/>
                    </a:cubicBezTo>
                    <a:cubicBezTo>
                      <a:pt x="518672" y="2483445"/>
                      <a:pt x="533897" y="2487254"/>
                      <a:pt x="552928" y="2544389"/>
                    </a:cubicBezTo>
                    <a:cubicBezTo>
                      <a:pt x="549121" y="2544389"/>
                      <a:pt x="549121" y="2548198"/>
                      <a:pt x="545315" y="2548198"/>
                    </a:cubicBezTo>
                    <a:cubicBezTo>
                      <a:pt x="533897" y="2555815"/>
                      <a:pt x="526284" y="2597714"/>
                      <a:pt x="537703" y="2605332"/>
                    </a:cubicBezTo>
                    <a:cubicBezTo>
                      <a:pt x="541509" y="2601523"/>
                      <a:pt x="549121" y="2601523"/>
                      <a:pt x="549121" y="2597714"/>
                    </a:cubicBezTo>
                    <a:cubicBezTo>
                      <a:pt x="579571" y="2651039"/>
                      <a:pt x="610021" y="2696747"/>
                      <a:pt x="636664" y="2746264"/>
                    </a:cubicBezTo>
                    <a:cubicBezTo>
                      <a:pt x="762269" y="2738646"/>
                      <a:pt x="887874" y="2738646"/>
                      <a:pt x="1005866" y="2708174"/>
                    </a:cubicBezTo>
                    <a:cubicBezTo>
                      <a:pt x="971610" y="2685320"/>
                      <a:pt x="914517" y="2704365"/>
                      <a:pt x="899292" y="2651039"/>
                    </a:cubicBezTo>
                    <a:cubicBezTo>
                      <a:pt x="948773" y="2639613"/>
                      <a:pt x="994447" y="2624377"/>
                      <a:pt x="1043928" y="2612950"/>
                    </a:cubicBezTo>
                    <a:cubicBezTo>
                      <a:pt x="1093409" y="2601523"/>
                      <a:pt x="1142889" y="2590096"/>
                      <a:pt x="1177145" y="2544389"/>
                    </a:cubicBezTo>
                    <a:cubicBezTo>
                      <a:pt x="1150502" y="2540580"/>
                      <a:pt x="1123858" y="2536771"/>
                      <a:pt x="1097215" y="2536771"/>
                    </a:cubicBezTo>
                    <a:cubicBezTo>
                      <a:pt x="1089603" y="2548198"/>
                      <a:pt x="1081990" y="2563433"/>
                      <a:pt x="1066765" y="2590096"/>
                    </a:cubicBezTo>
                    <a:cubicBezTo>
                      <a:pt x="1059153" y="2571051"/>
                      <a:pt x="1055347" y="2555815"/>
                      <a:pt x="1047734" y="2540580"/>
                    </a:cubicBezTo>
                    <a:cubicBezTo>
                      <a:pt x="1036316" y="2555815"/>
                      <a:pt x="1021091" y="2571051"/>
                      <a:pt x="1009672" y="2586287"/>
                    </a:cubicBezTo>
                    <a:cubicBezTo>
                      <a:pt x="998254" y="2571051"/>
                      <a:pt x="994447" y="2555815"/>
                      <a:pt x="990641" y="2552007"/>
                    </a:cubicBezTo>
                    <a:cubicBezTo>
                      <a:pt x="967804" y="2567242"/>
                      <a:pt x="948773" y="2593905"/>
                      <a:pt x="922130" y="2601523"/>
                    </a:cubicBezTo>
                    <a:cubicBezTo>
                      <a:pt x="891680" y="2612950"/>
                      <a:pt x="857424" y="2601523"/>
                      <a:pt x="849812" y="2563433"/>
                    </a:cubicBezTo>
                    <a:cubicBezTo>
                      <a:pt x="834587" y="2578669"/>
                      <a:pt x="823168" y="2590096"/>
                      <a:pt x="804137" y="2605332"/>
                    </a:cubicBezTo>
                    <a:cubicBezTo>
                      <a:pt x="785106" y="2521535"/>
                      <a:pt x="731819" y="2578669"/>
                      <a:pt x="697563" y="2559624"/>
                    </a:cubicBezTo>
                    <a:cubicBezTo>
                      <a:pt x="682339" y="2548198"/>
                      <a:pt x="663308" y="2536771"/>
                      <a:pt x="644276" y="2525344"/>
                    </a:cubicBezTo>
                    <a:cubicBezTo>
                      <a:pt x="648083" y="2517726"/>
                      <a:pt x="655695" y="2502490"/>
                      <a:pt x="663308" y="2487254"/>
                    </a:cubicBezTo>
                    <a:cubicBezTo>
                      <a:pt x="598602" y="2479636"/>
                      <a:pt x="571959" y="2464400"/>
                      <a:pt x="549121" y="2426311"/>
                    </a:cubicBezTo>
                    <a:cubicBezTo>
                      <a:pt x="575765" y="2426311"/>
                      <a:pt x="602408" y="2422502"/>
                      <a:pt x="629052" y="2422502"/>
                    </a:cubicBezTo>
                    <a:cubicBezTo>
                      <a:pt x="655695" y="2418693"/>
                      <a:pt x="678532" y="2414884"/>
                      <a:pt x="686145" y="2384412"/>
                    </a:cubicBezTo>
                    <a:cubicBezTo>
                      <a:pt x="686145" y="2372985"/>
                      <a:pt x="705176" y="2365367"/>
                      <a:pt x="720401" y="2365367"/>
                    </a:cubicBezTo>
                    <a:cubicBezTo>
                      <a:pt x="826974" y="2353940"/>
                      <a:pt x="929742" y="2338704"/>
                      <a:pt x="1017285" y="2277761"/>
                    </a:cubicBezTo>
                    <a:cubicBezTo>
                      <a:pt x="1013478" y="2258716"/>
                      <a:pt x="1005866" y="2235862"/>
                      <a:pt x="998254" y="2216817"/>
                    </a:cubicBezTo>
                    <a:cubicBezTo>
                      <a:pt x="1017285" y="2209200"/>
                      <a:pt x="1040122" y="2205391"/>
                      <a:pt x="1059153" y="2197773"/>
                    </a:cubicBezTo>
                    <a:cubicBezTo>
                      <a:pt x="1036316" y="2163492"/>
                      <a:pt x="1009672" y="2163492"/>
                      <a:pt x="975416" y="2193964"/>
                    </a:cubicBezTo>
                    <a:cubicBezTo>
                      <a:pt x="941161" y="2224435"/>
                      <a:pt x="910711" y="2270143"/>
                      <a:pt x="853618" y="2224435"/>
                    </a:cubicBezTo>
                    <a:cubicBezTo>
                      <a:pt x="853618" y="2224435"/>
                      <a:pt x="853618" y="2213009"/>
                      <a:pt x="849812" y="2205391"/>
                    </a:cubicBezTo>
                    <a:cubicBezTo>
                      <a:pt x="838393" y="2205391"/>
                      <a:pt x="826974" y="2201582"/>
                      <a:pt x="811750" y="2201582"/>
                    </a:cubicBezTo>
                    <a:cubicBezTo>
                      <a:pt x="807943" y="2186346"/>
                      <a:pt x="804137" y="2174919"/>
                      <a:pt x="800331" y="2159683"/>
                    </a:cubicBezTo>
                    <a:cubicBezTo>
                      <a:pt x="800331" y="2163492"/>
                      <a:pt x="796525" y="2167301"/>
                      <a:pt x="796525" y="2171110"/>
                    </a:cubicBezTo>
                    <a:cubicBezTo>
                      <a:pt x="773687" y="2163492"/>
                      <a:pt x="735625" y="2159683"/>
                      <a:pt x="728013" y="2144447"/>
                    </a:cubicBezTo>
                    <a:cubicBezTo>
                      <a:pt x="720401" y="2121593"/>
                      <a:pt x="701370" y="2110167"/>
                      <a:pt x="682339" y="2098740"/>
                    </a:cubicBezTo>
                    <a:cubicBezTo>
                      <a:pt x="670920" y="2094931"/>
                      <a:pt x="659501" y="2087313"/>
                      <a:pt x="648083" y="2079695"/>
                    </a:cubicBezTo>
                    <a:cubicBezTo>
                      <a:pt x="655695" y="2072077"/>
                      <a:pt x="655695" y="2068268"/>
                      <a:pt x="659501" y="2068268"/>
                    </a:cubicBezTo>
                    <a:cubicBezTo>
                      <a:pt x="686145" y="2068268"/>
                      <a:pt x="712788" y="2068268"/>
                      <a:pt x="743238" y="2068268"/>
                    </a:cubicBezTo>
                    <a:cubicBezTo>
                      <a:pt x="750850" y="2033987"/>
                      <a:pt x="773687" y="2037796"/>
                      <a:pt x="796525" y="2053032"/>
                    </a:cubicBezTo>
                    <a:cubicBezTo>
                      <a:pt x="804137" y="2056841"/>
                      <a:pt x="807943" y="2060650"/>
                      <a:pt x="815556" y="2064459"/>
                    </a:cubicBezTo>
                    <a:cubicBezTo>
                      <a:pt x="861230" y="2087313"/>
                      <a:pt x="944967" y="2072077"/>
                      <a:pt x="967804" y="2033987"/>
                    </a:cubicBezTo>
                    <a:cubicBezTo>
                      <a:pt x="941161" y="2022560"/>
                      <a:pt x="887874" y="2060650"/>
                      <a:pt x="891680" y="1992089"/>
                    </a:cubicBezTo>
                    <a:cubicBezTo>
                      <a:pt x="826974" y="2011133"/>
                      <a:pt x="823168" y="2007324"/>
                      <a:pt x="807943" y="1953999"/>
                    </a:cubicBezTo>
                    <a:cubicBezTo>
                      <a:pt x="796525" y="1953999"/>
                      <a:pt x="781300" y="1950190"/>
                      <a:pt x="766075" y="1950190"/>
                    </a:cubicBezTo>
                    <a:cubicBezTo>
                      <a:pt x="769881" y="1946381"/>
                      <a:pt x="773687" y="1942572"/>
                      <a:pt x="773687" y="1938763"/>
                    </a:cubicBezTo>
                    <a:cubicBezTo>
                      <a:pt x="750850" y="1912100"/>
                      <a:pt x="728013" y="1885438"/>
                      <a:pt x="701370" y="1858775"/>
                    </a:cubicBezTo>
                    <a:cubicBezTo>
                      <a:pt x="739432" y="1809258"/>
                      <a:pt x="788912" y="1877820"/>
                      <a:pt x="826974" y="1843539"/>
                    </a:cubicBezTo>
                    <a:cubicBezTo>
                      <a:pt x="826974" y="1839730"/>
                      <a:pt x="826974" y="1832112"/>
                      <a:pt x="826974" y="1824494"/>
                    </a:cubicBezTo>
                    <a:cubicBezTo>
                      <a:pt x="826974" y="1816876"/>
                      <a:pt x="826974" y="1809258"/>
                      <a:pt x="830781" y="1794022"/>
                    </a:cubicBezTo>
                    <a:cubicBezTo>
                      <a:pt x="929742" y="1870202"/>
                      <a:pt x="1028703" y="1832112"/>
                      <a:pt x="1123858" y="1797831"/>
                    </a:cubicBezTo>
                    <a:cubicBezTo>
                      <a:pt x="1070572" y="1740697"/>
                      <a:pt x="1013478" y="1687371"/>
                      <a:pt x="960192" y="1630237"/>
                    </a:cubicBezTo>
                    <a:cubicBezTo>
                      <a:pt x="948773" y="1641664"/>
                      <a:pt x="937354" y="1649282"/>
                      <a:pt x="929742" y="1656900"/>
                    </a:cubicBezTo>
                    <a:cubicBezTo>
                      <a:pt x="887874" y="1611192"/>
                      <a:pt x="834587" y="1595956"/>
                      <a:pt x="777494" y="1584529"/>
                    </a:cubicBezTo>
                    <a:cubicBezTo>
                      <a:pt x="781300" y="1569294"/>
                      <a:pt x="785106" y="1557867"/>
                      <a:pt x="785106" y="1554058"/>
                    </a:cubicBezTo>
                    <a:cubicBezTo>
                      <a:pt x="750850" y="1535013"/>
                      <a:pt x="716594" y="1519777"/>
                      <a:pt x="682339" y="1500732"/>
                    </a:cubicBezTo>
                    <a:cubicBezTo>
                      <a:pt x="686145" y="1496923"/>
                      <a:pt x="686145" y="1489305"/>
                      <a:pt x="689951" y="1485496"/>
                    </a:cubicBezTo>
                    <a:cubicBezTo>
                      <a:pt x="731819" y="1489305"/>
                      <a:pt x="773687" y="1496923"/>
                      <a:pt x="819362" y="1500732"/>
                    </a:cubicBezTo>
                    <a:cubicBezTo>
                      <a:pt x="819362" y="1481687"/>
                      <a:pt x="815556" y="1462643"/>
                      <a:pt x="811750" y="1435980"/>
                    </a:cubicBezTo>
                    <a:cubicBezTo>
                      <a:pt x="853618" y="1462643"/>
                      <a:pt x="887874" y="1481687"/>
                      <a:pt x="922130" y="1504541"/>
                    </a:cubicBezTo>
                    <a:cubicBezTo>
                      <a:pt x="956385" y="1458834"/>
                      <a:pt x="918323" y="1432171"/>
                      <a:pt x="895486" y="1401699"/>
                    </a:cubicBezTo>
                    <a:cubicBezTo>
                      <a:pt x="948773" y="1390272"/>
                      <a:pt x="994447" y="1367418"/>
                      <a:pt x="1043928" y="1413126"/>
                    </a:cubicBezTo>
                    <a:cubicBezTo>
                      <a:pt x="1047734" y="1394081"/>
                      <a:pt x="1051541" y="1371227"/>
                      <a:pt x="1047734" y="1367418"/>
                    </a:cubicBezTo>
                    <a:cubicBezTo>
                      <a:pt x="1028703" y="1355992"/>
                      <a:pt x="1002060" y="1352183"/>
                      <a:pt x="979223" y="1344565"/>
                    </a:cubicBezTo>
                    <a:cubicBezTo>
                      <a:pt x="979223" y="1348374"/>
                      <a:pt x="975416" y="1352183"/>
                      <a:pt x="975416" y="1355992"/>
                    </a:cubicBezTo>
                    <a:cubicBezTo>
                      <a:pt x="971610" y="1344565"/>
                      <a:pt x="971610" y="1329329"/>
                      <a:pt x="967804" y="1321711"/>
                    </a:cubicBezTo>
                    <a:cubicBezTo>
                      <a:pt x="952579" y="1317902"/>
                      <a:pt x="937354" y="1317902"/>
                      <a:pt x="925936" y="1317902"/>
                    </a:cubicBezTo>
                    <a:cubicBezTo>
                      <a:pt x="933548" y="1264576"/>
                      <a:pt x="884067" y="1298857"/>
                      <a:pt x="865036" y="1276003"/>
                    </a:cubicBezTo>
                    <a:cubicBezTo>
                      <a:pt x="872649" y="1268385"/>
                      <a:pt x="876455" y="1256958"/>
                      <a:pt x="876455" y="1256958"/>
                    </a:cubicBezTo>
                    <a:cubicBezTo>
                      <a:pt x="865036" y="1241723"/>
                      <a:pt x="853618" y="1234105"/>
                      <a:pt x="846005" y="1222678"/>
                    </a:cubicBezTo>
                    <a:cubicBezTo>
                      <a:pt x="861230" y="1211251"/>
                      <a:pt x="872649" y="1199824"/>
                      <a:pt x="887874" y="1192206"/>
                    </a:cubicBezTo>
                    <a:cubicBezTo>
                      <a:pt x="895486" y="1188397"/>
                      <a:pt x="910711" y="1196015"/>
                      <a:pt x="922130" y="1199824"/>
                    </a:cubicBezTo>
                    <a:cubicBezTo>
                      <a:pt x="952579" y="1203633"/>
                      <a:pt x="979223" y="1207442"/>
                      <a:pt x="975416" y="1161734"/>
                    </a:cubicBezTo>
                    <a:cubicBezTo>
                      <a:pt x="1021091" y="1173161"/>
                      <a:pt x="1059153" y="1184588"/>
                      <a:pt x="1101021" y="1196015"/>
                    </a:cubicBezTo>
                    <a:cubicBezTo>
                      <a:pt x="1093409" y="1176970"/>
                      <a:pt x="1085796" y="1161734"/>
                      <a:pt x="1081990" y="1146499"/>
                    </a:cubicBezTo>
                    <a:cubicBezTo>
                      <a:pt x="1085796" y="1142690"/>
                      <a:pt x="1089603" y="1138881"/>
                      <a:pt x="1089603" y="1138881"/>
                    </a:cubicBezTo>
                    <a:cubicBezTo>
                      <a:pt x="1127665" y="1154116"/>
                      <a:pt x="1165727" y="1173161"/>
                      <a:pt x="1203789" y="1188397"/>
                    </a:cubicBezTo>
                    <a:cubicBezTo>
                      <a:pt x="1215207" y="1192206"/>
                      <a:pt x="1234238" y="1199824"/>
                      <a:pt x="1241851" y="1196015"/>
                    </a:cubicBezTo>
                    <a:cubicBezTo>
                      <a:pt x="1310363" y="1154116"/>
                      <a:pt x="1378874" y="1112218"/>
                      <a:pt x="1439773" y="1066510"/>
                    </a:cubicBezTo>
                    <a:cubicBezTo>
                      <a:pt x="1454998" y="1058892"/>
                      <a:pt x="1458805" y="1032230"/>
                      <a:pt x="1470223" y="1013185"/>
                    </a:cubicBezTo>
                    <a:cubicBezTo>
                      <a:pt x="1466417" y="1013185"/>
                      <a:pt x="1462611" y="1013185"/>
                      <a:pt x="1458805" y="1009376"/>
                    </a:cubicBezTo>
                    <a:cubicBezTo>
                      <a:pt x="1424549" y="1062701"/>
                      <a:pt x="1394099" y="1077937"/>
                      <a:pt x="1352231" y="1085555"/>
                    </a:cubicBezTo>
                    <a:cubicBezTo>
                      <a:pt x="1306556" y="1093173"/>
                      <a:pt x="1257076" y="1093173"/>
                      <a:pt x="1226626" y="1138881"/>
                    </a:cubicBezTo>
                    <a:cubicBezTo>
                      <a:pt x="1226626" y="1142690"/>
                      <a:pt x="1219014" y="1142690"/>
                      <a:pt x="1211401" y="1146499"/>
                    </a:cubicBezTo>
                    <a:cubicBezTo>
                      <a:pt x="1207595" y="1131263"/>
                      <a:pt x="1207595" y="1123645"/>
                      <a:pt x="1203789" y="1108409"/>
                    </a:cubicBezTo>
                    <a:cubicBezTo>
                      <a:pt x="1196176" y="1112218"/>
                      <a:pt x="1192370" y="1119836"/>
                      <a:pt x="1188564" y="1119836"/>
                    </a:cubicBezTo>
                    <a:cubicBezTo>
                      <a:pt x="1169533" y="1119836"/>
                      <a:pt x="1154308" y="1119836"/>
                      <a:pt x="1135277" y="1123645"/>
                    </a:cubicBezTo>
                    <a:cubicBezTo>
                      <a:pt x="1146696" y="1108409"/>
                      <a:pt x="1150502" y="1093173"/>
                      <a:pt x="1161920" y="1081746"/>
                    </a:cubicBezTo>
                    <a:cubicBezTo>
                      <a:pt x="1177145" y="1066510"/>
                      <a:pt x="1196176" y="1051274"/>
                      <a:pt x="1215207" y="1039847"/>
                    </a:cubicBezTo>
                    <a:cubicBezTo>
                      <a:pt x="1165727" y="1058892"/>
                      <a:pt x="1123858" y="1077937"/>
                      <a:pt x="1078184" y="1100791"/>
                    </a:cubicBezTo>
                    <a:cubicBezTo>
                      <a:pt x="1070572" y="1100791"/>
                      <a:pt x="1059153" y="1093173"/>
                      <a:pt x="1051541" y="1089364"/>
                    </a:cubicBezTo>
                    <a:cubicBezTo>
                      <a:pt x="1043928" y="1074128"/>
                      <a:pt x="1036316" y="1055083"/>
                      <a:pt x="1024897" y="1036039"/>
                    </a:cubicBezTo>
                    <a:cubicBezTo>
                      <a:pt x="1043928" y="1024612"/>
                      <a:pt x="1062959" y="1009376"/>
                      <a:pt x="1081990" y="997949"/>
                    </a:cubicBezTo>
                    <a:cubicBezTo>
                      <a:pt x="1078184" y="994140"/>
                      <a:pt x="1078184" y="990331"/>
                      <a:pt x="1074378" y="986522"/>
                    </a:cubicBezTo>
                    <a:cubicBezTo>
                      <a:pt x="1059153" y="997949"/>
                      <a:pt x="1043928" y="1005567"/>
                      <a:pt x="1028703" y="1016994"/>
                    </a:cubicBezTo>
                    <a:cubicBezTo>
                      <a:pt x="1009672" y="1028421"/>
                      <a:pt x="990641" y="1039847"/>
                      <a:pt x="967804" y="1047465"/>
                    </a:cubicBezTo>
                    <a:cubicBezTo>
                      <a:pt x="960192" y="1051274"/>
                      <a:pt x="944967" y="1047465"/>
                      <a:pt x="937354" y="1039847"/>
                    </a:cubicBezTo>
                    <a:cubicBezTo>
                      <a:pt x="933548" y="1032230"/>
                      <a:pt x="941161" y="1016994"/>
                      <a:pt x="948773" y="1009376"/>
                    </a:cubicBezTo>
                    <a:cubicBezTo>
                      <a:pt x="956385" y="997949"/>
                      <a:pt x="967804" y="990331"/>
                      <a:pt x="971610" y="990331"/>
                    </a:cubicBezTo>
                    <a:cubicBezTo>
                      <a:pt x="925936" y="978904"/>
                      <a:pt x="876455" y="967477"/>
                      <a:pt x="830781" y="956050"/>
                    </a:cubicBezTo>
                    <a:cubicBezTo>
                      <a:pt x="823168" y="956050"/>
                      <a:pt x="819362" y="940814"/>
                      <a:pt x="811750" y="929387"/>
                    </a:cubicBezTo>
                    <a:cubicBezTo>
                      <a:pt x="819362" y="925579"/>
                      <a:pt x="830781" y="917961"/>
                      <a:pt x="838393" y="917961"/>
                    </a:cubicBezTo>
                    <a:cubicBezTo>
                      <a:pt x="872649" y="910343"/>
                      <a:pt x="906905" y="906534"/>
                      <a:pt x="933548" y="902725"/>
                    </a:cubicBezTo>
                    <a:cubicBezTo>
                      <a:pt x="937354" y="883680"/>
                      <a:pt x="937354" y="860826"/>
                      <a:pt x="944967" y="857017"/>
                    </a:cubicBezTo>
                    <a:cubicBezTo>
                      <a:pt x="956385" y="853208"/>
                      <a:pt x="975416" y="857017"/>
                      <a:pt x="986835" y="864635"/>
                    </a:cubicBezTo>
                    <a:cubicBezTo>
                      <a:pt x="998254" y="868444"/>
                      <a:pt x="1005866" y="879871"/>
                      <a:pt x="1017285" y="883680"/>
                    </a:cubicBezTo>
                    <a:cubicBezTo>
                      <a:pt x="1066765" y="906534"/>
                      <a:pt x="1112440" y="929387"/>
                      <a:pt x="1161920" y="952241"/>
                    </a:cubicBezTo>
                    <a:cubicBezTo>
                      <a:pt x="1161920" y="948433"/>
                      <a:pt x="1165727" y="948433"/>
                      <a:pt x="1165727" y="944624"/>
                    </a:cubicBezTo>
                    <a:cubicBezTo>
                      <a:pt x="1150502" y="929387"/>
                      <a:pt x="1131471" y="914152"/>
                      <a:pt x="1116246" y="898916"/>
                    </a:cubicBezTo>
                    <a:cubicBezTo>
                      <a:pt x="1142889" y="872253"/>
                      <a:pt x="1169533" y="887489"/>
                      <a:pt x="1188564" y="902725"/>
                    </a:cubicBezTo>
                    <a:cubicBezTo>
                      <a:pt x="1260882" y="959859"/>
                      <a:pt x="1344618" y="952241"/>
                      <a:pt x="1428355" y="940814"/>
                    </a:cubicBezTo>
                    <a:cubicBezTo>
                      <a:pt x="1458805" y="937005"/>
                      <a:pt x="1466417" y="921770"/>
                      <a:pt x="1454998" y="898916"/>
                    </a:cubicBezTo>
                    <a:cubicBezTo>
                      <a:pt x="1451192" y="887489"/>
                      <a:pt x="1443580" y="876062"/>
                      <a:pt x="1435967" y="853208"/>
                    </a:cubicBezTo>
                    <a:cubicBezTo>
                      <a:pt x="1420742" y="902725"/>
                      <a:pt x="1386487" y="906534"/>
                      <a:pt x="1356037" y="910343"/>
                    </a:cubicBezTo>
                    <a:cubicBezTo>
                      <a:pt x="1352231" y="910343"/>
                      <a:pt x="1348425" y="879871"/>
                      <a:pt x="1344618" y="868444"/>
                    </a:cubicBezTo>
                    <a:cubicBezTo>
                      <a:pt x="1321781" y="872253"/>
                      <a:pt x="1298944" y="872253"/>
                      <a:pt x="1272300" y="876062"/>
                    </a:cubicBezTo>
                    <a:cubicBezTo>
                      <a:pt x="1272300" y="872253"/>
                      <a:pt x="1272300" y="868444"/>
                      <a:pt x="1272300" y="864635"/>
                    </a:cubicBezTo>
                    <a:cubicBezTo>
                      <a:pt x="1283719" y="849399"/>
                      <a:pt x="1298944" y="834163"/>
                      <a:pt x="1314169" y="818928"/>
                    </a:cubicBezTo>
                    <a:cubicBezTo>
                      <a:pt x="1295138" y="815119"/>
                      <a:pt x="1279913" y="822736"/>
                      <a:pt x="1268494" y="826545"/>
                    </a:cubicBezTo>
                    <a:cubicBezTo>
                      <a:pt x="1253269" y="830354"/>
                      <a:pt x="1234238" y="837972"/>
                      <a:pt x="1226626" y="834163"/>
                    </a:cubicBezTo>
                    <a:cubicBezTo>
                      <a:pt x="1199983" y="803692"/>
                      <a:pt x="1173339" y="811310"/>
                      <a:pt x="1139083" y="815119"/>
                    </a:cubicBezTo>
                    <a:cubicBezTo>
                      <a:pt x="1127665" y="818928"/>
                      <a:pt x="1108634" y="799883"/>
                      <a:pt x="1093409" y="792265"/>
                    </a:cubicBezTo>
                    <a:cubicBezTo>
                      <a:pt x="1104827" y="780838"/>
                      <a:pt x="1112440" y="769411"/>
                      <a:pt x="1123858" y="761793"/>
                    </a:cubicBezTo>
                    <a:cubicBezTo>
                      <a:pt x="1142889" y="754175"/>
                      <a:pt x="1165727" y="754175"/>
                      <a:pt x="1192370" y="746557"/>
                    </a:cubicBezTo>
                    <a:cubicBezTo>
                      <a:pt x="1150502" y="719894"/>
                      <a:pt x="1146696" y="662760"/>
                      <a:pt x="1089603" y="666569"/>
                    </a:cubicBezTo>
                    <a:cubicBezTo>
                      <a:pt x="1070572" y="666569"/>
                      <a:pt x="1074378" y="643715"/>
                      <a:pt x="1093409" y="632288"/>
                    </a:cubicBezTo>
                    <a:cubicBezTo>
                      <a:pt x="1104827" y="628479"/>
                      <a:pt x="1120052" y="624670"/>
                      <a:pt x="1135277" y="617052"/>
                    </a:cubicBezTo>
                    <a:cubicBezTo>
                      <a:pt x="1104827" y="594199"/>
                      <a:pt x="1066765" y="575154"/>
                      <a:pt x="1081990" y="518019"/>
                    </a:cubicBezTo>
                    <a:cubicBezTo>
                      <a:pt x="1127665" y="544682"/>
                      <a:pt x="1165727" y="563727"/>
                      <a:pt x="1207595" y="586581"/>
                    </a:cubicBezTo>
                    <a:cubicBezTo>
                      <a:pt x="1234238" y="601817"/>
                      <a:pt x="1257076" y="628479"/>
                      <a:pt x="1283719" y="586581"/>
                    </a:cubicBezTo>
                    <a:cubicBezTo>
                      <a:pt x="1287525" y="582772"/>
                      <a:pt x="1302750" y="582772"/>
                      <a:pt x="1314169" y="578963"/>
                    </a:cubicBezTo>
                    <a:cubicBezTo>
                      <a:pt x="1291331" y="544682"/>
                      <a:pt x="1245657" y="529446"/>
                      <a:pt x="1257076" y="476121"/>
                    </a:cubicBezTo>
                    <a:cubicBezTo>
                      <a:pt x="1287525" y="491357"/>
                      <a:pt x="1314169" y="502783"/>
                      <a:pt x="1344618" y="518019"/>
                    </a:cubicBezTo>
                    <a:cubicBezTo>
                      <a:pt x="1344618" y="487548"/>
                      <a:pt x="1340812" y="468503"/>
                      <a:pt x="1340812" y="445649"/>
                    </a:cubicBezTo>
                    <a:cubicBezTo>
                      <a:pt x="1337006" y="449458"/>
                      <a:pt x="1337006" y="453267"/>
                      <a:pt x="1333200" y="457076"/>
                    </a:cubicBezTo>
                    <a:cubicBezTo>
                      <a:pt x="1310363" y="457076"/>
                      <a:pt x="1279913" y="460885"/>
                      <a:pt x="1268494" y="449458"/>
                    </a:cubicBezTo>
                    <a:cubicBezTo>
                      <a:pt x="1245657" y="418986"/>
                      <a:pt x="1291331" y="415177"/>
                      <a:pt x="1302750" y="392324"/>
                    </a:cubicBezTo>
                    <a:cubicBezTo>
                      <a:pt x="1279913" y="361852"/>
                      <a:pt x="1257076" y="335189"/>
                      <a:pt x="1238045" y="300908"/>
                    </a:cubicBezTo>
                    <a:cubicBezTo>
                      <a:pt x="1230432" y="289481"/>
                      <a:pt x="1234238" y="274246"/>
                      <a:pt x="1234238" y="259010"/>
                    </a:cubicBezTo>
                    <a:cubicBezTo>
                      <a:pt x="1249463" y="262819"/>
                      <a:pt x="1260882" y="262819"/>
                      <a:pt x="1272300" y="266628"/>
                    </a:cubicBezTo>
                    <a:cubicBezTo>
                      <a:pt x="1291331" y="274246"/>
                      <a:pt x="1310363" y="289481"/>
                      <a:pt x="1321781" y="297099"/>
                    </a:cubicBezTo>
                    <a:cubicBezTo>
                      <a:pt x="1337006" y="274246"/>
                      <a:pt x="1344618" y="262819"/>
                      <a:pt x="1356037" y="247583"/>
                    </a:cubicBezTo>
                    <a:cubicBezTo>
                      <a:pt x="1367456" y="262819"/>
                      <a:pt x="1375068" y="278055"/>
                      <a:pt x="1386487" y="293290"/>
                    </a:cubicBezTo>
                    <a:cubicBezTo>
                      <a:pt x="1390293" y="297099"/>
                      <a:pt x="1386487" y="308526"/>
                      <a:pt x="1390293" y="316144"/>
                    </a:cubicBezTo>
                    <a:cubicBezTo>
                      <a:pt x="1401711" y="346616"/>
                      <a:pt x="1409324" y="377088"/>
                      <a:pt x="1420742" y="407559"/>
                    </a:cubicBezTo>
                    <a:cubicBezTo>
                      <a:pt x="1432161" y="399941"/>
                      <a:pt x="1435967" y="392324"/>
                      <a:pt x="1435967" y="384706"/>
                    </a:cubicBezTo>
                    <a:cubicBezTo>
                      <a:pt x="1443580" y="323762"/>
                      <a:pt x="1428355" y="270437"/>
                      <a:pt x="1386487" y="224729"/>
                    </a:cubicBezTo>
                    <a:cubicBezTo>
                      <a:pt x="1363649" y="198066"/>
                      <a:pt x="1333200" y="171404"/>
                      <a:pt x="1348425" y="118078"/>
                    </a:cubicBezTo>
                    <a:cubicBezTo>
                      <a:pt x="1382680" y="148550"/>
                      <a:pt x="1413130" y="179022"/>
                      <a:pt x="1439773" y="205684"/>
                    </a:cubicBezTo>
                    <a:cubicBezTo>
                      <a:pt x="1443580" y="205684"/>
                      <a:pt x="1451192" y="201875"/>
                      <a:pt x="1451192" y="201875"/>
                    </a:cubicBezTo>
                    <a:cubicBezTo>
                      <a:pt x="1451192" y="133314"/>
                      <a:pt x="1451192" y="68562"/>
                      <a:pt x="1451192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72" name="Group 2671"/>
          <p:cNvGrpSpPr/>
          <p:nvPr/>
        </p:nvGrpSpPr>
        <p:grpSpPr>
          <a:xfrm>
            <a:off x="2003068" y="2417751"/>
            <a:ext cx="2964273" cy="974285"/>
            <a:chOff x="2214199" y="2707658"/>
            <a:chExt cx="2964273" cy="974285"/>
          </a:xfrm>
        </p:grpSpPr>
        <p:sp>
          <p:nvSpPr>
            <p:cNvPr id="2670" name="TextBox 2669"/>
            <p:cNvSpPr txBox="1"/>
            <p:nvPr/>
          </p:nvSpPr>
          <p:spPr>
            <a:xfrm>
              <a:off x="2214199" y="2707658"/>
              <a:ext cx="296427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chemeClr val="accent2"/>
                  </a:solidFill>
                  <a:latin typeface="Pretendard"/>
                  <a:ea typeface="Pretendard"/>
                </a:rPr>
                <a:t>확률변수와 확률분포</a:t>
              </a:r>
            </a:p>
          </p:txBody>
        </p:sp>
        <p:sp>
          <p:nvSpPr>
            <p:cNvPr id="2671" name="TextBox 2670"/>
            <p:cNvSpPr txBox="1"/>
            <p:nvPr/>
          </p:nvSpPr>
          <p:spPr>
            <a:xfrm>
              <a:off x="2473062" y="3374166"/>
              <a:ext cx="24465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2"/>
                  </a:solidFill>
                  <a:latin typeface="Pretendard"/>
                  <a:ea typeface="Pretendard"/>
                </a:rPr>
                <a:t>1강 · Ⅲ. 통계 › 1. 확률분포</a:t>
              </a:r>
            </a:p>
          </p:txBody>
        </p:sp>
      </p:grpSp>
      <p:sp>
        <p:nvSpPr>
          <p:cNvPr id="2684" name="Freeform 2683"/>
          <p:cNvSpPr/>
          <p:nvPr/>
        </p:nvSpPr>
        <p:spPr>
          <a:xfrm>
            <a:off x="6313488" y="1244347"/>
            <a:ext cx="1597025" cy="669926"/>
          </a:xfrm>
          <a:custGeom>
            <a:avLst/>
            <a:gdLst>
              <a:gd name="connsiteX0" fmla="*/ 914741 w 1597025"/>
              <a:gd name="connsiteY0" fmla="*/ 484188 h 669926"/>
              <a:gd name="connsiteX1" fmla="*/ 905896 w 1597025"/>
              <a:gd name="connsiteY1" fmla="*/ 506300 h 669926"/>
              <a:gd name="connsiteX2" fmla="*/ 892629 w 1597025"/>
              <a:gd name="connsiteY2" fmla="*/ 519567 h 669926"/>
              <a:gd name="connsiteX3" fmla="*/ 857251 w 1597025"/>
              <a:gd name="connsiteY3" fmla="*/ 554945 h 669926"/>
              <a:gd name="connsiteX4" fmla="*/ 852828 w 1597025"/>
              <a:gd name="connsiteY4" fmla="*/ 559368 h 669926"/>
              <a:gd name="connsiteX5" fmla="*/ 843984 w 1597025"/>
              <a:gd name="connsiteY5" fmla="*/ 568212 h 669926"/>
              <a:gd name="connsiteX6" fmla="*/ 830717 w 1597025"/>
              <a:gd name="connsiteY6" fmla="*/ 590324 h 669926"/>
              <a:gd name="connsiteX7" fmla="*/ 817450 w 1597025"/>
              <a:gd name="connsiteY7" fmla="*/ 616858 h 669926"/>
              <a:gd name="connsiteX8" fmla="*/ 813028 w 1597025"/>
              <a:gd name="connsiteY8" fmla="*/ 621280 h 669926"/>
              <a:gd name="connsiteX9" fmla="*/ 813028 w 1597025"/>
              <a:gd name="connsiteY9" fmla="*/ 625703 h 669926"/>
              <a:gd name="connsiteX10" fmla="*/ 813028 w 1597025"/>
              <a:gd name="connsiteY10" fmla="*/ 638970 h 669926"/>
              <a:gd name="connsiteX11" fmla="*/ 821872 w 1597025"/>
              <a:gd name="connsiteY11" fmla="*/ 652237 h 669926"/>
              <a:gd name="connsiteX12" fmla="*/ 821872 w 1597025"/>
              <a:gd name="connsiteY12" fmla="*/ 656659 h 669926"/>
              <a:gd name="connsiteX13" fmla="*/ 821872 w 1597025"/>
              <a:gd name="connsiteY13" fmla="*/ 661081 h 669926"/>
              <a:gd name="connsiteX14" fmla="*/ 817450 w 1597025"/>
              <a:gd name="connsiteY14" fmla="*/ 656659 h 669926"/>
              <a:gd name="connsiteX15" fmla="*/ 817450 w 1597025"/>
              <a:gd name="connsiteY15" fmla="*/ 661081 h 669926"/>
              <a:gd name="connsiteX16" fmla="*/ 817450 w 1597025"/>
              <a:gd name="connsiteY16" fmla="*/ 665504 h 669926"/>
              <a:gd name="connsiteX17" fmla="*/ 813028 w 1597025"/>
              <a:gd name="connsiteY17" fmla="*/ 661081 h 669926"/>
              <a:gd name="connsiteX18" fmla="*/ 813028 w 1597025"/>
              <a:gd name="connsiteY18" fmla="*/ 665504 h 669926"/>
              <a:gd name="connsiteX19" fmla="*/ 808605 w 1597025"/>
              <a:gd name="connsiteY19" fmla="*/ 661081 h 669926"/>
              <a:gd name="connsiteX20" fmla="*/ 808605 w 1597025"/>
              <a:gd name="connsiteY20" fmla="*/ 669926 h 669926"/>
              <a:gd name="connsiteX21" fmla="*/ 804183 w 1597025"/>
              <a:gd name="connsiteY21" fmla="*/ 669926 h 669926"/>
              <a:gd name="connsiteX22" fmla="*/ 799761 w 1597025"/>
              <a:gd name="connsiteY22" fmla="*/ 665504 h 669926"/>
              <a:gd name="connsiteX23" fmla="*/ 786494 w 1597025"/>
              <a:gd name="connsiteY23" fmla="*/ 625703 h 669926"/>
              <a:gd name="connsiteX24" fmla="*/ 773227 w 1597025"/>
              <a:gd name="connsiteY24" fmla="*/ 612436 h 669926"/>
              <a:gd name="connsiteX25" fmla="*/ 759960 w 1597025"/>
              <a:gd name="connsiteY25" fmla="*/ 603591 h 669926"/>
              <a:gd name="connsiteX26" fmla="*/ 742270 w 1597025"/>
              <a:gd name="connsiteY26" fmla="*/ 603591 h 669926"/>
              <a:gd name="connsiteX27" fmla="*/ 706892 w 1597025"/>
              <a:gd name="connsiteY27" fmla="*/ 612436 h 669926"/>
              <a:gd name="connsiteX28" fmla="*/ 689203 w 1597025"/>
              <a:gd name="connsiteY28" fmla="*/ 616858 h 669926"/>
              <a:gd name="connsiteX29" fmla="*/ 680358 w 1597025"/>
              <a:gd name="connsiteY29" fmla="*/ 616858 h 669926"/>
              <a:gd name="connsiteX30" fmla="*/ 671513 w 1597025"/>
              <a:gd name="connsiteY30" fmla="*/ 621280 h 669926"/>
              <a:gd name="connsiteX31" fmla="*/ 689203 w 1597025"/>
              <a:gd name="connsiteY31" fmla="*/ 612436 h 669926"/>
              <a:gd name="connsiteX32" fmla="*/ 706892 w 1597025"/>
              <a:gd name="connsiteY32" fmla="*/ 603591 h 669926"/>
              <a:gd name="connsiteX33" fmla="*/ 724581 w 1597025"/>
              <a:gd name="connsiteY33" fmla="*/ 599169 h 669926"/>
              <a:gd name="connsiteX34" fmla="*/ 742270 w 1597025"/>
              <a:gd name="connsiteY34" fmla="*/ 590324 h 669926"/>
              <a:gd name="connsiteX35" fmla="*/ 759960 w 1597025"/>
              <a:gd name="connsiteY35" fmla="*/ 590324 h 669926"/>
              <a:gd name="connsiteX36" fmla="*/ 777649 w 1597025"/>
              <a:gd name="connsiteY36" fmla="*/ 603591 h 669926"/>
              <a:gd name="connsiteX37" fmla="*/ 790916 w 1597025"/>
              <a:gd name="connsiteY37" fmla="*/ 612436 h 669926"/>
              <a:gd name="connsiteX38" fmla="*/ 799761 w 1597025"/>
              <a:gd name="connsiteY38" fmla="*/ 608013 h 669926"/>
              <a:gd name="connsiteX39" fmla="*/ 808605 w 1597025"/>
              <a:gd name="connsiteY39" fmla="*/ 603591 h 669926"/>
              <a:gd name="connsiteX40" fmla="*/ 821872 w 1597025"/>
              <a:gd name="connsiteY40" fmla="*/ 577057 h 669926"/>
              <a:gd name="connsiteX41" fmla="*/ 835139 w 1597025"/>
              <a:gd name="connsiteY41" fmla="*/ 550523 h 669926"/>
              <a:gd name="connsiteX42" fmla="*/ 852828 w 1597025"/>
              <a:gd name="connsiteY42" fmla="*/ 537256 h 669926"/>
              <a:gd name="connsiteX43" fmla="*/ 866095 w 1597025"/>
              <a:gd name="connsiteY43" fmla="*/ 528411 h 669926"/>
              <a:gd name="connsiteX44" fmla="*/ 883785 w 1597025"/>
              <a:gd name="connsiteY44" fmla="*/ 515144 h 669926"/>
              <a:gd name="connsiteX45" fmla="*/ 901474 w 1597025"/>
              <a:gd name="connsiteY45" fmla="*/ 506300 h 669926"/>
              <a:gd name="connsiteX46" fmla="*/ 910319 w 1597025"/>
              <a:gd name="connsiteY46" fmla="*/ 493033 h 669926"/>
              <a:gd name="connsiteX47" fmla="*/ 914741 w 1597025"/>
              <a:gd name="connsiteY47" fmla="*/ 484188 h 669926"/>
              <a:gd name="connsiteX48" fmla="*/ 1592602 w 1597025"/>
              <a:gd name="connsiteY48" fmla="*/ 101600 h 669926"/>
              <a:gd name="connsiteX49" fmla="*/ 1597025 w 1597025"/>
              <a:gd name="connsiteY49" fmla="*/ 101600 h 669926"/>
              <a:gd name="connsiteX50" fmla="*/ 1597025 w 1597025"/>
              <a:gd name="connsiteY50" fmla="*/ 106060 h 669926"/>
              <a:gd name="connsiteX51" fmla="*/ 1592602 w 1597025"/>
              <a:gd name="connsiteY51" fmla="*/ 106060 h 669926"/>
              <a:gd name="connsiteX52" fmla="*/ 1579331 w 1597025"/>
              <a:gd name="connsiteY52" fmla="*/ 123901 h 669926"/>
              <a:gd name="connsiteX53" fmla="*/ 1557213 w 1597025"/>
              <a:gd name="connsiteY53" fmla="*/ 137281 h 669926"/>
              <a:gd name="connsiteX54" fmla="*/ 1499706 w 1597025"/>
              <a:gd name="connsiteY54" fmla="*/ 172962 h 669926"/>
              <a:gd name="connsiteX55" fmla="*/ 1490859 w 1597025"/>
              <a:gd name="connsiteY55" fmla="*/ 177422 h 669926"/>
              <a:gd name="connsiteX56" fmla="*/ 1477588 w 1597025"/>
              <a:gd name="connsiteY56" fmla="*/ 186342 h 669926"/>
              <a:gd name="connsiteX57" fmla="*/ 1459894 w 1597025"/>
              <a:gd name="connsiteY57" fmla="*/ 208643 h 669926"/>
              <a:gd name="connsiteX58" fmla="*/ 1433352 w 1597025"/>
              <a:gd name="connsiteY58" fmla="*/ 235404 h 669926"/>
              <a:gd name="connsiteX59" fmla="*/ 1428929 w 1597025"/>
              <a:gd name="connsiteY59" fmla="*/ 239864 h 669926"/>
              <a:gd name="connsiteX60" fmla="*/ 1428929 w 1597025"/>
              <a:gd name="connsiteY60" fmla="*/ 248784 h 669926"/>
              <a:gd name="connsiteX61" fmla="*/ 1428929 w 1597025"/>
              <a:gd name="connsiteY61" fmla="*/ 257704 h 669926"/>
              <a:gd name="connsiteX62" fmla="*/ 1442199 w 1597025"/>
              <a:gd name="connsiteY62" fmla="*/ 275545 h 669926"/>
              <a:gd name="connsiteX63" fmla="*/ 1437776 w 1597025"/>
              <a:gd name="connsiteY63" fmla="*/ 275545 h 669926"/>
              <a:gd name="connsiteX64" fmla="*/ 1442199 w 1597025"/>
              <a:gd name="connsiteY64" fmla="*/ 280005 h 669926"/>
              <a:gd name="connsiteX65" fmla="*/ 1433352 w 1597025"/>
              <a:gd name="connsiteY65" fmla="*/ 275545 h 669926"/>
              <a:gd name="connsiteX66" fmla="*/ 1437776 w 1597025"/>
              <a:gd name="connsiteY66" fmla="*/ 280005 h 669926"/>
              <a:gd name="connsiteX67" fmla="*/ 1437776 w 1597025"/>
              <a:gd name="connsiteY67" fmla="*/ 284465 h 669926"/>
              <a:gd name="connsiteX68" fmla="*/ 1424505 w 1597025"/>
              <a:gd name="connsiteY68" fmla="*/ 271085 h 669926"/>
              <a:gd name="connsiteX69" fmla="*/ 1433352 w 1597025"/>
              <a:gd name="connsiteY69" fmla="*/ 284465 h 669926"/>
              <a:gd name="connsiteX70" fmla="*/ 1428929 w 1597025"/>
              <a:gd name="connsiteY70" fmla="*/ 280005 h 669926"/>
              <a:gd name="connsiteX71" fmla="*/ 1424505 w 1597025"/>
              <a:gd name="connsiteY71" fmla="*/ 280005 h 669926"/>
              <a:gd name="connsiteX72" fmla="*/ 1420081 w 1597025"/>
              <a:gd name="connsiteY72" fmla="*/ 288925 h 669926"/>
              <a:gd name="connsiteX73" fmla="*/ 1415658 w 1597025"/>
              <a:gd name="connsiteY73" fmla="*/ 288925 h 669926"/>
              <a:gd name="connsiteX74" fmla="*/ 1406811 w 1597025"/>
              <a:gd name="connsiteY74" fmla="*/ 284465 h 669926"/>
              <a:gd name="connsiteX75" fmla="*/ 1384693 w 1597025"/>
              <a:gd name="connsiteY75" fmla="*/ 244324 h 669926"/>
              <a:gd name="connsiteX76" fmla="*/ 1366998 w 1597025"/>
              <a:gd name="connsiteY76" fmla="*/ 230944 h 669926"/>
              <a:gd name="connsiteX77" fmla="*/ 1340457 w 1597025"/>
              <a:gd name="connsiteY77" fmla="*/ 222023 h 669926"/>
              <a:gd name="connsiteX78" fmla="*/ 1313915 w 1597025"/>
              <a:gd name="connsiteY78" fmla="*/ 222023 h 669926"/>
              <a:gd name="connsiteX79" fmla="*/ 1256408 w 1597025"/>
              <a:gd name="connsiteY79" fmla="*/ 230944 h 669926"/>
              <a:gd name="connsiteX80" fmla="*/ 1229867 w 1597025"/>
              <a:gd name="connsiteY80" fmla="*/ 235404 h 669926"/>
              <a:gd name="connsiteX81" fmla="*/ 1212172 w 1597025"/>
              <a:gd name="connsiteY81" fmla="*/ 239864 h 669926"/>
              <a:gd name="connsiteX82" fmla="*/ 1203325 w 1597025"/>
              <a:gd name="connsiteY82" fmla="*/ 239864 h 669926"/>
              <a:gd name="connsiteX83" fmla="*/ 1225443 w 1597025"/>
              <a:gd name="connsiteY83" fmla="*/ 230944 h 669926"/>
              <a:gd name="connsiteX84" fmla="*/ 1256408 w 1597025"/>
              <a:gd name="connsiteY84" fmla="*/ 226483 h 669926"/>
              <a:gd name="connsiteX85" fmla="*/ 1287374 w 1597025"/>
              <a:gd name="connsiteY85" fmla="*/ 217563 h 669926"/>
              <a:gd name="connsiteX86" fmla="*/ 1313915 w 1597025"/>
              <a:gd name="connsiteY86" fmla="*/ 208643 h 669926"/>
              <a:gd name="connsiteX87" fmla="*/ 1340457 w 1597025"/>
              <a:gd name="connsiteY87" fmla="*/ 208643 h 669926"/>
              <a:gd name="connsiteX88" fmla="*/ 1366998 w 1597025"/>
              <a:gd name="connsiteY88" fmla="*/ 222023 h 669926"/>
              <a:gd name="connsiteX89" fmla="*/ 1389116 w 1597025"/>
              <a:gd name="connsiteY89" fmla="*/ 235404 h 669926"/>
              <a:gd name="connsiteX90" fmla="*/ 1406811 w 1597025"/>
              <a:gd name="connsiteY90" fmla="*/ 226483 h 669926"/>
              <a:gd name="connsiteX91" fmla="*/ 1420081 w 1597025"/>
              <a:gd name="connsiteY91" fmla="*/ 226483 h 669926"/>
              <a:gd name="connsiteX92" fmla="*/ 1442199 w 1597025"/>
              <a:gd name="connsiteY92" fmla="*/ 195263 h 669926"/>
              <a:gd name="connsiteX93" fmla="*/ 1468741 w 1597025"/>
              <a:gd name="connsiteY93" fmla="*/ 172962 h 669926"/>
              <a:gd name="connsiteX94" fmla="*/ 1490859 w 1597025"/>
              <a:gd name="connsiteY94" fmla="*/ 155121 h 669926"/>
              <a:gd name="connsiteX95" fmla="*/ 1512977 w 1597025"/>
              <a:gd name="connsiteY95" fmla="*/ 146201 h 669926"/>
              <a:gd name="connsiteX96" fmla="*/ 1543942 w 1597025"/>
              <a:gd name="connsiteY96" fmla="*/ 132821 h 669926"/>
              <a:gd name="connsiteX97" fmla="*/ 1566060 w 1597025"/>
              <a:gd name="connsiteY97" fmla="*/ 123901 h 669926"/>
              <a:gd name="connsiteX98" fmla="*/ 1583754 w 1597025"/>
              <a:gd name="connsiteY98" fmla="*/ 114980 h 669926"/>
              <a:gd name="connsiteX99" fmla="*/ 1592602 w 1597025"/>
              <a:gd name="connsiteY99" fmla="*/ 101600 h 669926"/>
              <a:gd name="connsiteX100" fmla="*/ 619125 w 1597025"/>
              <a:gd name="connsiteY100" fmla="*/ 0 h 669926"/>
              <a:gd name="connsiteX101" fmla="*/ 592591 w 1597025"/>
              <a:gd name="connsiteY101" fmla="*/ 17841 h 669926"/>
              <a:gd name="connsiteX102" fmla="*/ 557213 w 1597025"/>
              <a:gd name="connsiteY102" fmla="*/ 31221 h 669926"/>
              <a:gd name="connsiteX103" fmla="*/ 473189 w 1597025"/>
              <a:gd name="connsiteY103" fmla="*/ 66902 h 669926"/>
              <a:gd name="connsiteX104" fmla="*/ 464344 w 1597025"/>
              <a:gd name="connsiteY104" fmla="*/ 71362 h 669926"/>
              <a:gd name="connsiteX105" fmla="*/ 459922 w 1597025"/>
              <a:gd name="connsiteY105" fmla="*/ 71362 h 669926"/>
              <a:gd name="connsiteX106" fmla="*/ 437810 w 1597025"/>
              <a:gd name="connsiteY106" fmla="*/ 84742 h 669926"/>
              <a:gd name="connsiteX107" fmla="*/ 406854 w 1597025"/>
              <a:gd name="connsiteY107" fmla="*/ 107043 h 669926"/>
              <a:gd name="connsiteX108" fmla="*/ 362631 w 1597025"/>
              <a:gd name="connsiteY108" fmla="*/ 133804 h 669926"/>
              <a:gd name="connsiteX109" fmla="*/ 353786 w 1597025"/>
              <a:gd name="connsiteY109" fmla="*/ 138264 h 669926"/>
              <a:gd name="connsiteX110" fmla="*/ 353786 w 1597025"/>
              <a:gd name="connsiteY110" fmla="*/ 142724 h 669926"/>
              <a:gd name="connsiteX111" fmla="*/ 358208 w 1597025"/>
              <a:gd name="connsiteY111" fmla="*/ 151644 h 669926"/>
              <a:gd name="connsiteX112" fmla="*/ 380320 w 1597025"/>
              <a:gd name="connsiteY112" fmla="*/ 169485 h 669926"/>
              <a:gd name="connsiteX113" fmla="*/ 380320 w 1597025"/>
              <a:gd name="connsiteY113" fmla="*/ 173945 h 669926"/>
              <a:gd name="connsiteX114" fmla="*/ 371475 w 1597025"/>
              <a:gd name="connsiteY114" fmla="*/ 169485 h 669926"/>
              <a:gd name="connsiteX115" fmla="*/ 375898 w 1597025"/>
              <a:gd name="connsiteY115" fmla="*/ 173945 h 669926"/>
              <a:gd name="connsiteX116" fmla="*/ 367053 w 1597025"/>
              <a:gd name="connsiteY116" fmla="*/ 173945 h 669926"/>
              <a:gd name="connsiteX117" fmla="*/ 362631 w 1597025"/>
              <a:gd name="connsiteY117" fmla="*/ 173945 h 669926"/>
              <a:gd name="connsiteX118" fmla="*/ 371475 w 1597025"/>
              <a:gd name="connsiteY118" fmla="*/ 178405 h 669926"/>
              <a:gd name="connsiteX119" fmla="*/ 353786 w 1597025"/>
              <a:gd name="connsiteY119" fmla="*/ 169485 h 669926"/>
              <a:gd name="connsiteX120" fmla="*/ 367053 w 1597025"/>
              <a:gd name="connsiteY120" fmla="*/ 178405 h 669926"/>
              <a:gd name="connsiteX121" fmla="*/ 367053 w 1597025"/>
              <a:gd name="connsiteY121" fmla="*/ 182865 h 669926"/>
              <a:gd name="connsiteX122" fmla="*/ 358208 w 1597025"/>
              <a:gd name="connsiteY122" fmla="*/ 179892 h 669926"/>
              <a:gd name="connsiteX123" fmla="*/ 358208 w 1597025"/>
              <a:gd name="connsiteY123" fmla="*/ 178405 h 669926"/>
              <a:gd name="connsiteX124" fmla="*/ 353786 w 1597025"/>
              <a:gd name="connsiteY124" fmla="*/ 173945 h 669926"/>
              <a:gd name="connsiteX125" fmla="*/ 353786 w 1597025"/>
              <a:gd name="connsiteY125" fmla="*/ 178405 h 669926"/>
              <a:gd name="connsiteX126" fmla="*/ 358208 w 1597025"/>
              <a:gd name="connsiteY126" fmla="*/ 179892 h 669926"/>
              <a:gd name="connsiteX127" fmla="*/ 358208 w 1597025"/>
              <a:gd name="connsiteY127" fmla="*/ 182865 h 669926"/>
              <a:gd name="connsiteX128" fmla="*/ 349364 w 1597025"/>
              <a:gd name="connsiteY128" fmla="*/ 178405 h 669926"/>
              <a:gd name="connsiteX129" fmla="*/ 344941 w 1597025"/>
              <a:gd name="connsiteY129" fmla="*/ 187325 h 669926"/>
              <a:gd name="connsiteX130" fmla="*/ 340519 w 1597025"/>
              <a:gd name="connsiteY130" fmla="*/ 187325 h 669926"/>
              <a:gd name="connsiteX131" fmla="*/ 336097 w 1597025"/>
              <a:gd name="connsiteY131" fmla="*/ 187325 h 669926"/>
              <a:gd name="connsiteX132" fmla="*/ 327252 w 1597025"/>
              <a:gd name="connsiteY132" fmla="*/ 182865 h 669926"/>
              <a:gd name="connsiteX133" fmla="*/ 322830 w 1597025"/>
              <a:gd name="connsiteY133" fmla="*/ 182865 h 669926"/>
              <a:gd name="connsiteX134" fmla="*/ 291873 w 1597025"/>
              <a:gd name="connsiteY134" fmla="*/ 138264 h 669926"/>
              <a:gd name="connsiteX135" fmla="*/ 256495 w 1597025"/>
              <a:gd name="connsiteY135" fmla="*/ 129344 h 669926"/>
              <a:gd name="connsiteX136" fmla="*/ 221116 w 1597025"/>
              <a:gd name="connsiteY136" fmla="*/ 120423 h 669926"/>
              <a:gd name="connsiteX137" fmla="*/ 172471 w 1597025"/>
              <a:gd name="connsiteY137" fmla="*/ 120423 h 669926"/>
              <a:gd name="connsiteX138" fmla="*/ 84024 w 1597025"/>
              <a:gd name="connsiteY138" fmla="*/ 129344 h 669926"/>
              <a:gd name="connsiteX139" fmla="*/ 44223 w 1597025"/>
              <a:gd name="connsiteY139" fmla="*/ 133804 h 669926"/>
              <a:gd name="connsiteX140" fmla="*/ 17690 w 1597025"/>
              <a:gd name="connsiteY140" fmla="*/ 133804 h 669926"/>
              <a:gd name="connsiteX141" fmla="*/ 0 w 1597025"/>
              <a:gd name="connsiteY141" fmla="*/ 138264 h 669926"/>
              <a:gd name="connsiteX142" fmla="*/ 39801 w 1597025"/>
              <a:gd name="connsiteY142" fmla="*/ 129344 h 669926"/>
              <a:gd name="connsiteX143" fmla="*/ 88447 w 1597025"/>
              <a:gd name="connsiteY143" fmla="*/ 120423 h 669926"/>
              <a:gd name="connsiteX144" fmla="*/ 132670 w 1597025"/>
              <a:gd name="connsiteY144" fmla="*/ 111503 h 669926"/>
              <a:gd name="connsiteX145" fmla="*/ 172471 w 1597025"/>
              <a:gd name="connsiteY145" fmla="*/ 107043 h 669926"/>
              <a:gd name="connsiteX146" fmla="*/ 221116 w 1597025"/>
              <a:gd name="connsiteY146" fmla="*/ 102583 h 669926"/>
              <a:gd name="connsiteX147" fmla="*/ 265340 w 1597025"/>
              <a:gd name="connsiteY147" fmla="*/ 115963 h 669926"/>
              <a:gd name="connsiteX148" fmla="*/ 296296 w 1597025"/>
              <a:gd name="connsiteY148" fmla="*/ 129344 h 669926"/>
              <a:gd name="connsiteX149" fmla="*/ 322830 w 1597025"/>
              <a:gd name="connsiteY149" fmla="*/ 120423 h 669926"/>
              <a:gd name="connsiteX150" fmla="*/ 344941 w 1597025"/>
              <a:gd name="connsiteY150" fmla="*/ 120423 h 669926"/>
              <a:gd name="connsiteX151" fmla="*/ 380320 w 1597025"/>
              <a:gd name="connsiteY151" fmla="*/ 93663 h 669926"/>
              <a:gd name="connsiteX152" fmla="*/ 415698 w 1597025"/>
              <a:gd name="connsiteY152" fmla="*/ 66902 h 669926"/>
              <a:gd name="connsiteX153" fmla="*/ 455499 w 1597025"/>
              <a:gd name="connsiteY153" fmla="*/ 53521 h 669926"/>
              <a:gd name="connsiteX154" fmla="*/ 486456 w 1597025"/>
              <a:gd name="connsiteY154" fmla="*/ 40141 h 669926"/>
              <a:gd name="connsiteX155" fmla="*/ 535101 w 1597025"/>
              <a:gd name="connsiteY155" fmla="*/ 31221 h 669926"/>
              <a:gd name="connsiteX156" fmla="*/ 574902 w 1597025"/>
              <a:gd name="connsiteY156" fmla="*/ 22301 h 669926"/>
              <a:gd name="connsiteX157" fmla="*/ 601436 w 1597025"/>
              <a:gd name="connsiteY157" fmla="*/ 8920 h 669926"/>
              <a:gd name="connsiteX158" fmla="*/ 619125 w 1597025"/>
              <a:gd name="connsiteY158" fmla="*/ 0 h 66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</a:cxnLst>
            <a:rect l="l" t="t" r="r" b="b"/>
            <a:pathLst>
              <a:path w="1597025" h="669926">
                <a:moveTo>
                  <a:pt x="914741" y="484188"/>
                </a:moveTo>
                <a:cubicBezTo>
                  <a:pt x="919163" y="493033"/>
                  <a:pt x="910319" y="501877"/>
                  <a:pt x="905896" y="506300"/>
                </a:cubicBezTo>
                <a:cubicBezTo>
                  <a:pt x="901474" y="510722"/>
                  <a:pt x="897052" y="515144"/>
                  <a:pt x="892629" y="519567"/>
                </a:cubicBezTo>
                <a:cubicBezTo>
                  <a:pt x="879362" y="528411"/>
                  <a:pt x="870518" y="541678"/>
                  <a:pt x="857251" y="554945"/>
                </a:cubicBezTo>
                <a:cubicBezTo>
                  <a:pt x="857251" y="554945"/>
                  <a:pt x="852828" y="559368"/>
                  <a:pt x="852828" y="559368"/>
                </a:cubicBezTo>
                <a:cubicBezTo>
                  <a:pt x="848406" y="559368"/>
                  <a:pt x="848406" y="563790"/>
                  <a:pt x="843984" y="568212"/>
                </a:cubicBezTo>
                <a:cubicBezTo>
                  <a:pt x="839561" y="572635"/>
                  <a:pt x="835139" y="585902"/>
                  <a:pt x="830717" y="590324"/>
                </a:cubicBezTo>
                <a:cubicBezTo>
                  <a:pt x="826294" y="599169"/>
                  <a:pt x="821872" y="608013"/>
                  <a:pt x="817450" y="616858"/>
                </a:cubicBezTo>
                <a:cubicBezTo>
                  <a:pt x="817450" y="616858"/>
                  <a:pt x="817450" y="616858"/>
                  <a:pt x="813028" y="621280"/>
                </a:cubicBezTo>
                <a:cubicBezTo>
                  <a:pt x="813028" y="621280"/>
                  <a:pt x="813028" y="625703"/>
                  <a:pt x="813028" y="625703"/>
                </a:cubicBezTo>
                <a:cubicBezTo>
                  <a:pt x="813028" y="630125"/>
                  <a:pt x="813028" y="634547"/>
                  <a:pt x="813028" y="638970"/>
                </a:cubicBezTo>
                <a:cubicBezTo>
                  <a:pt x="817450" y="647814"/>
                  <a:pt x="817450" y="652237"/>
                  <a:pt x="821872" y="652237"/>
                </a:cubicBezTo>
                <a:cubicBezTo>
                  <a:pt x="821872" y="652237"/>
                  <a:pt x="821872" y="652237"/>
                  <a:pt x="821872" y="656659"/>
                </a:cubicBezTo>
                <a:cubicBezTo>
                  <a:pt x="821872" y="656659"/>
                  <a:pt x="821872" y="656659"/>
                  <a:pt x="821872" y="661081"/>
                </a:cubicBezTo>
                <a:cubicBezTo>
                  <a:pt x="821872" y="661081"/>
                  <a:pt x="821872" y="661081"/>
                  <a:pt x="817450" y="656659"/>
                </a:cubicBezTo>
                <a:cubicBezTo>
                  <a:pt x="817450" y="656659"/>
                  <a:pt x="817450" y="661081"/>
                  <a:pt x="817450" y="661081"/>
                </a:cubicBezTo>
                <a:cubicBezTo>
                  <a:pt x="817450" y="661081"/>
                  <a:pt x="817450" y="661081"/>
                  <a:pt x="817450" y="665504"/>
                </a:cubicBezTo>
                <a:cubicBezTo>
                  <a:pt x="813028" y="665504"/>
                  <a:pt x="813028" y="661081"/>
                  <a:pt x="813028" y="661081"/>
                </a:cubicBezTo>
                <a:lnTo>
                  <a:pt x="813028" y="665504"/>
                </a:lnTo>
                <a:cubicBezTo>
                  <a:pt x="813028" y="665504"/>
                  <a:pt x="813028" y="661081"/>
                  <a:pt x="808605" y="661081"/>
                </a:cubicBezTo>
                <a:cubicBezTo>
                  <a:pt x="808605" y="665504"/>
                  <a:pt x="808605" y="669926"/>
                  <a:pt x="808605" y="669926"/>
                </a:cubicBezTo>
                <a:cubicBezTo>
                  <a:pt x="808605" y="669926"/>
                  <a:pt x="808605" y="669926"/>
                  <a:pt x="804183" y="669926"/>
                </a:cubicBezTo>
                <a:cubicBezTo>
                  <a:pt x="804183" y="669926"/>
                  <a:pt x="804183" y="669926"/>
                  <a:pt x="799761" y="665504"/>
                </a:cubicBezTo>
                <a:cubicBezTo>
                  <a:pt x="790916" y="661081"/>
                  <a:pt x="782071" y="643392"/>
                  <a:pt x="786494" y="625703"/>
                </a:cubicBezTo>
                <a:cubicBezTo>
                  <a:pt x="782071" y="621280"/>
                  <a:pt x="777649" y="612436"/>
                  <a:pt x="773227" y="612436"/>
                </a:cubicBezTo>
                <a:cubicBezTo>
                  <a:pt x="768804" y="612436"/>
                  <a:pt x="764382" y="608013"/>
                  <a:pt x="759960" y="603591"/>
                </a:cubicBezTo>
                <a:cubicBezTo>
                  <a:pt x="751115" y="603591"/>
                  <a:pt x="746693" y="603591"/>
                  <a:pt x="742270" y="603591"/>
                </a:cubicBezTo>
                <a:cubicBezTo>
                  <a:pt x="729003" y="608013"/>
                  <a:pt x="715736" y="608013"/>
                  <a:pt x="706892" y="612436"/>
                </a:cubicBezTo>
                <a:cubicBezTo>
                  <a:pt x="698047" y="612436"/>
                  <a:pt x="693625" y="616858"/>
                  <a:pt x="689203" y="616858"/>
                </a:cubicBezTo>
                <a:cubicBezTo>
                  <a:pt x="684780" y="616858"/>
                  <a:pt x="684780" y="621280"/>
                  <a:pt x="680358" y="616858"/>
                </a:cubicBezTo>
                <a:cubicBezTo>
                  <a:pt x="675936" y="616858"/>
                  <a:pt x="675936" y="616858"/>
                  <a:pt x="671513" y="621280"/>
                </a:cubicBezTo>
                <a:cubicBezTo>
                  <a:pt x="675936" y="612436"/>
                  <a:pt x="684780" y="612436"/>
                  <a:pt x="689203" y="612436"/>
                </a:cubicBezTo>
                <a:cubicBezTo>
                  <a:pt x="693625" y="612436"/>
                  <a:pt x="702469" y="608013"/>
                  <a:pt x="706892" y="603591"/>
                </a:cubicBezTo>
                <a:cubicBezTo>
                  <a:pt x="711314" y="603591"/>
                  <a:pt x="720159" y="599169"/>
                  <a:pt x="724581" y="599169"/>
                </a:cubicBezTo>
                <a:cubicBezTo>
                  <a:pt x="729003" y="594746"/>
                  <a:pt x="733426" y="590324"/>
                  <a:pt x="742270" y="590324"/>
                </a:cubicBezTo>
                <a:cubicBezTo>
                  <a:pt x="746693" y="590324"/>
                  <a:pt x="751115" y="585902"/>
                  <a:pt x="759960" y="590324"/>
                </a:cubicBezTo>
                <a:cubicBezTo>
                  <a:pt x="764382" y="590324"/>
                  <a:pt x="768804" y="594746"/>
                  <a:pt x="777649" y="603591"/>
                </a:cubicBezTo>
                <a:cubicBezTo>
                  <a:pt x="782071" y="608013"/>
                  <a:pt x="786494" y="612436"/>
                  <a:pt x="790916" y="612436"/>
                </a:cubicBezTo>
                <a:cubicBezTo>
                  <a:pt x="790916" y="608013"/>
                  <a:pt x="795338" y="608013"/>
                  <a:pt x="799761" y="608013"/>
                </a:cubicBezTo>
                <a:cubicBezTo>
                  <a:pt x="804183" y="603591"/>
                  <a:pt x="804183" y="603591"/>
                  <a:pt x="808605" y="603591"/>
                </a:cubicBezTo>
                <a:cubicBezTo>
                  <a:pt x="813028" y="594746"/>
                  <a:pt x="817450" y="585902"/>
                  <a:pt x="821872" y="577057"/>
                </a:cubicBezTo>
                <a:cubicBezTo>
                  <a:pt x="826294" y="568212"/>
                  <a:pt x="830717" y="559368"/>
                  <a:pt x="835139" y="550523"/>
                </a:cubicBezTo>
                <a:cubicBezTo>
                  <a:pt x="839561" y="546101"/>
                  <a:pt x="848406" y="537256"/>
                  <a:pt x="852828" y="537256"/>
                </a:cubicBezTo>
                <a:cubicBezTo>
                  <a:pt x="857251" y="532834"/>
                  <a:pt x="861673" y="528411"/>
                  <a:pt x="866095" y="528411"/>
                </a:cubicBezTo>
                <a:cubicBezTo>
                  <a:pt x="870518" y="523989"/>
                  <a:pt x="879362" y="519567"/>
                  <a:pt x="883785" y="515144"/>
                </a:cubicBezTo>
                <a:cubicBezTo>
                  <a:pt x="888207" y="515144"/>
                  <a:pt x="897052" y="510722"/>
                  <a:pt x="901474" y="506300"/>
                </a:cubicBezTo>
                <a:cubicBezTo>
                  <a:pt x="901474" y="501877"/>
                  <a:pt x="905896" y="497455"/>
                  <a:pt x="910319" y="493033"/>
                </a:cubicBezTo>
                <a:cubicBezTo>
                  <a:pt x="910319" y="493033"/>
                  <a:pt x="914741" y="488610"/>
                  <a:pt x="914741" y="484188"/>
                </a:cubicBezTo>
                <a:close/>
                <a:moveTo>
                  <a:pt x="1592602" y="101600"/>
                </a:moveTo>
                <a:cubicBezTo>
                  <a:pt x="1592602" y="101600"/>
                  <a:pt x="1592602" y="101600"/>
                  <a:pt x="1597025" y="101600"/>
                </a:cubicBezTo>
                <a:cubicBezTo>
                  <a:pt x="1597025" y="101600"/>
                  <a:pt x="1597025" y="101600"/>
                  <a:pt x="1597025" y="106060"/>
                </a:cubicBezTo>
                <a:cubicBezTo>
                  <a:pt x="1597025" y="106060"/>
                  <a:pt x="1597025" y="106060"/>
                  <a:pt x="1592602" y="106060"/>
                </a:cubicBezTo>
                <a:cubicBezTo>
                  <a:pt x="1597025" y="110520"/>
                  <a:pt x="1579331" y="119441"/>
                  <a:pt x="1579331" y="123901"/>
                </a:cubicBezTo>
                <a:cubicBezTo>
                  <a:pt x="1570484" y="128361"/>
                  <a:pt x="1561636" y="132821"/>
                  <a:pt x="1557213" y="137281"/>
                </a:cubicBezTo>
                <a:cubicBezTo>
                  <a:pt x="1539518" y="146201"/>
                  <a:pt x="1517401" y="159582"/>
                  <a:pt x="1499706" y="172962"/>
                </a:cubicBezTo>
                <a:cubicBezTo>
                  <a:pt x="1495283" y="177422"/>
                  <a:pt x="1495283" y="177422"/>
                  <a:pt x="1490859" y="177422"/>
                </a:cubicBezTo>
                <a:cubicBezTo>
                  <a:pt x="1486435" y="177422"/>
                  <a:pt x="1482012" y="181882"/>
                  <a:pt x="1477588" y="186342"/>
                </a:cubicBezTo>
                <a:cubicBezTo>
                  <a:pt x="1473165" y="190802"/>
                  <a:pt x="1468741" y="204183"/>
                  <a:pt x="1459894" y="208643"/>
                </a:cubicBezTo>
                <a:cubicBezTo>
                  <a:pt x="1451047" y="222023"/>
                  <a:pt x="1442199" y="230944"/>
                  <a:pt x="1433352" y="235404"/>
                </a:cubicBezTo>
                <a:cubicBezTo>
                  <a:pt x="1428929" y="239864"/>
                  <a:pt x="1428929" y="239864"/>
                  <a:pt x="1428929" y="239864"/>
                </a:cubicBezTo>
                <a:cubicBezTo>
                  <a:pt x="1428929" y="244324"/>
                  <a:pt x="1428929" y="244324"/>
                  <a:pt x="1428929" y="248784"/>
                </a:cubicBezTo>
                <a:cubicBezTo>
                  <a:pt x="1428929" y="248784"/>
                  <a:pt x="1428929" y="253244"/>
                  <a:pt x="1428929" y="257704"/>
                </a:cubicBezTo>
                <a:cubicBezTo>
                  <a:pt x="1433352" y="266624"/>
                  <a:pt x="1437776" y="271085"/>
                  <a:pt x="1442199" y="275545"/>
                </a:cubicBezTo>
                <a:cubicBezTo>
                  <a:pt x="1442199" y="275545"/>
                  <a:pt x="1437776" y="275545"/>
                  <a:pt x="1437776" y="275545"/>
                </a:cubicBezTo>
                <a:cubicBezTo>
                  <a:pt x="1437776" y="275545"/>
                  <a:pt x="1437776" y="275545"/>
                  <a:pt x="1442199" y="280005"/>
                </a:cubicBezTo>
                <a:cubicBezTo>
                  <a:pt x="1437776" y="280005"/>
                  <a:pt x="1437776" y="280005"/>
                  <a:pt x="1433352" y="275545"/>
                </a:cubicBezTo>
                <a:cubicBezTo>
                  <a:pt x="1433352" y="280005"/>
                  <a:pt x="1437776" y="280005"/>
                  <a:pt x="1437776" y="280005"/>
                </a:cubicBezTo>
                <a:cubicBezTo>
                  <a:pt x="1437776" y="280005"/>
                  <a:pt x="1437776" y="280005"/>
                  <a:pt x="1437776" y="284465"/>
                </a:cubicBezTo>
                <a:cubicBezTo>
                  <a:pt x="1433352" y="284465"/>
                  <a:pt x="1428929" y="275545"/>
                  <a:pt x="1424505" y="271085"/>
                </a:cubicBezTo>
                <a:cubicBezTo>
                  <a:pt x="1428929" y="275545"/>
                  <a:pt x="1428929" y="280005"/>
                  <a:pt x="1433352" y="284465"/>
                </a:cubicBezTo>
                <a:cubicBezTo>
                  <a:pt x="1428929" y="284465"/>
                  <a:pt x="1428929" y="280005"/>
                  <a:pt x="1428929" y="280005"/>
                </a:cubicBezTo>
                <a:cubicBezTo>
                  <a:pt x="1428929" y="280005"/>
                  <a:pt x="1428929" y="280005"/>
                  <a:pt x="1424505" y="280005"/>
                </a:cubicBezTo>
                <a:cubicBezTo>
                  <a:pt x="1424505" y="284465"/>
                  <a:pt x="1420081" y="288925"/>
                  <a:pt x="1420081" y="288925"/>
                </a:cubicBezTo>
                <a:cubicBezTo>
                  <a:pt x="1420081" y="288925"/>
                  <a:pt x="1420081" y="288925"/>
                  <a:pt x="1415658" y="288925"/>
                </a:cubicBezTo>
                <a:cubicBezTo>
                  <a:pt x="1411234" y="288925"/>
                  <a:pt x="1411234" y="288925"/>
                  <a:pt x="1406811" y="284465"/>
                </a:cubicBezTo>
                <a:cubicBezTo>
                  <a:pt x="1393540" y="284465"/>
                  <a:pt x="1380269" y="262164"/>
                  <a:pt x="1384693" y="244324"/>
                </a:cubicBezTo>
                <a:cubicBezTo>
                  <a:pt x="1380269" y="239864"/>
                  <a:pt x="1371422" y="235404"/>
                  <a:pt x="1366998" y="230944"/>
                </a:cubicBezTo>
                <a:cubicBezTo>
                  <a:pt x="1358151" y="230944"/>
                  <a:pt x="1349304" y="226483"/>
                  <a:pt x="1340457" y="222023"/>
                </a:cubicBezTo>
                <a:cubicBezTo>
                  <a:pt x="1331610" y="222023"/>
                  <a:pt x="1322762" y="222023"/>
                  <a:pt x="1313915" y="222023"/>
                </a:cubicBezTo>
                <a:cubicBezTo>
                  <a:pt x="1291797" y="226483"/>
                  <a:pt x="1274103" y="226483"/>
                  <a:pt x="1256408" y="230944"/>
                </a:cubicBezTo>
                <a:cubicBezTo>
                  <a:pt x="1247561" y="230944"/>
                  <a:pt x="1238714" y="235404"/>
                  <a:pt x="1229867" y="235404"/>
                </a:cubicBezTo>
                <a:cubicBezTo>
                  <a:pt x="1225443" y="235404"/>
                  <a:pt x="1221020" y="239864"/>
                  <a:pt x="1212172" y="239864"/>
                </a:cubicBezTo>
                <a:cubicBezTo>
                  <a:pt x="1212172" y="239864"/>
                  <a:pt x="1207749" y="235404"/>
                  <a:pt x="1203325" y="239864"/>
                </a:cubicBezTo>
                <a:cubicBezTo>
                  <a:pt x="1207749" y="230944"/>
                  <a:pt x="1221020" y="235404"/>
                  <a:pt x="1225443" y="230944"/>
                </a:cubicBezTo>
                <a:cubicBezTo>
                  <a:pt x="1238714" y="230944"/>
                  <a:pt x="1247561" y="226483"/>
                  <a:pt x="1256408" y="226483"/>
                </a:cubicBezTo>
                <a:cubicBezTo>
                  <a:pt x="1265256" y="222023"/>
                  <a:pt x="1278526" y="217563"/>
                  <a:pt x="1287374" y="217563"/>
                </a:cubicBezTo>
                <a:cubicBezTo>
                  <a:pt x="1296221" y="213103"/>
                  <a:pt x="1305068" y="208643"/>
                  <a:pt x="1313915" y="208643"/>
                </a:cubicBezTo>
                <a:cubicBezTo>
                  <a:pt x="1322762" y="208643"/>
                  <a:pt x="1331610" y="204183"/>
                  <a:pt x="1340457" y="208643"/>
                </a:cubicBezTo>
                <a:cubicBezTo>
                  <a:pt x="1349304" y="208643"/>
                  <a:pt x="1358151" y="217563"/>
                  <a:pt x="1366998" y="222023"/>
                </a:cubicBezTo>
                <a:cubicBezTo>
                  <a:pt x="1375845" y="226483"/>
                  <a:pt x="1384693" y="230944"/>
                  <a:pt x="1389116" y="235404"/>
                </a:cubicBezTo>
                <a:cubicBezTo>
                  <a:pt x="1393540" y="226483"/>
                  <a:pt x="1402387" y="226483"/>
                  <a:pt x="1406811" y="226483"/>
                </a:cubicBezTo>
                <a:cubicBezTo>
                  <a:pt x="1411234" y="226483"/>
                  <a:pt x="1415658" y="222023"/>
                  <a:pt x="1420081" y="226483"/>
                </a:cubicBezTo>
                <a:cubicBezTo>
                  <a:pt x="1424505" y="213103"/>
                  <a:pt x="1437776" y="204183"/>
                  <a:pt x="1442199" y="195263"/>
                </a:cubicBezTo>
                <a:cubicBezTo>
                  <a:pt x="1451047" y="186342"/>
                  <a:pt x="1459894" y="177422"/>
                  <a:pt x="1468741" y="172962"/>
                </a:cubicBezTo>
                <a:cubicBezTo>
                  <a:pt x="1473165" y="164042"/>
                  <a:pt x="1482012" y="155121"/>
                  <a:pt x="1490859" y="155121"/>
                </a:cubicBezTo>
                <a:cubicBezTo>
                  <a:pt x="1495283" y="150661"/>
                  <a:pt x="1504130" y="146201"/>
                  <a:pt x="1512977" y="146201"/>
                </a:cubicBezTo>
                <a:cubicBezTo>
                  <a:pt x="1521824" y="141741"/>
                  <a:pt x="1530671" y="137281"/>
                  <a:pt x="1543942" y="132821"/>
                </a:cubicBezTo>
                <a:cubicBezTo>
                  <a:pt x="1548366" y="132821"/>
                  <a:pt x="1561636" y="128361"/>
                  <a:pt x="1566060" y="123901"/>
                </a:cubicBezTo>
                <a:cubicBezTo>
                  <a:pt x="1574907" y="119441"/>
                  <a:pt x="1579331" y="119441"/>
                  <a:pt x="1583754" y="114980"/>
                </a:cubicBezTo>
                <a:cubicBezTo>
                  <a:pt x="1583754" y="110520"/>
                  <a:pt x="1592602" y="106060"/>
                  <a:pt x="1592602" y="101600"/>
                </a:cubicBezTo>
                <a:close/>
                <a:moveTo>
                  <a:pt x="619125" y="0"/>
                </a:moveTo>
                <a:cubicBezTo>
                  <a:pt x="619125" y="8920"/>
                  <a:pt x="597014" y="13380"/>
                  <a:pt x="592591" y="17841"/>
                </a:cubicBezTo>
                <a:cubicBezTo>
                  <a:pt x="583747" y="26761"/>
                  <a:pt x="570480" y="26761"/>
                  <a:pt x="557213" y="31221"/>
                </a:cubicBezTo>
                <a:cubicBezTo>
                  <a:pt x="530679" y="44601"/>
                  <a:pt x="499723" y="57982"/>
                  <a:pt x="473189" y="66902"/>
                </a:cubicBezTo>
                <a:cubicBezTo>
                  <a:pt x="468766" y="71362"/>
                  <a:pt x="459922" y="75822"/>
                  <a:pt x="464344" y="71362"/>
                </a:cubicBezTo>
                <a:cubicBezTo>
                  <a:pt x="464344" y="71362"/>
                  <a:pt x="459922" y="71362"/>
                  <a:pt x="459922" y="71362"/>
                </a:cubicBezTo>
                <a:cubicBezTo>
                  <a:pt x="451077" y="71362"/>
                  <a:pt x="442232" y="80282"/>
                  <a:pt x="437810" y="84742"/>
                </a:cubicBezTo>
                <a:cubicBezTo>
                  <a:pt x="428965" y="89202"/>
                  <a:pt x="415698" y="102583"/>
                  <a:pt x="406854" y="107043"/>
                </a:cubicBezTo>
                <a:cubicBezTo>
                  <a:pt x="393587" y="115963"/>
                  <a:pt x="380320" y="124883"/>
                  <a:pt x="362631" y="133804"/>
                </a:cubicBezTo>
                <a:cubicBezTo>
                  <a:pt x="362631" y="133804"/>
                  <a:pt x="358208" y="138264"/>
                  <a:pt x="353786" y="138264"/>
                </a:cubicBezTo>
                <a:cubicBezTo>
                  <a:pt x="353786" y="138264"/>
                  <a:pt x="353786" y="142724"/>
                  <a:pt x="353786" y="142724"/>
                </a:cubicBezTo>
                <a:cubicBezTo>
                  <a:pt x="358208" y="147184"/>
                  <a:pt x="358208" y="151644"/>
                  <a:pt x="358208" y="151644"/>
                </a:cubicBezTo>
                <a:cubicBezTo>
                  <a:pt x="362631" y="160564"/>
                  <a:pt x="371475" y="165024"/>
                  <a:pt x="380320" y="169485"/>
                </a:cubicBezTo>
                <a:cubicBezTo>
                  <a:pt x="380320" y="169485"/>
                  <a:pt x="380320" y="169485"/>
                  <a:pt x="380320" y="173945"/>
                </a:cubicBezTo>
                <a:cubicBezTo>
                  <a:pt x="380320" y="173945"/>
                  <a:pt x="375898" y="173945"/>
                  <a:pt x="371475" y="169485"/>
                </a:cubicBezTo>
                <a:cubicBezTo>
                  <a:pt x="371475" y="169485"/>
                  <a:pt x="371475" y="169485"/>
                  <a:pt x="375898" y="173945"/>
                </a:cubicBezTo>
                <a:cubicBezTo>
                  <a:pt x="371475" y="173945"/>
                  <a:pt x="371475" y="173945"/>
                  <a:pt x="367053" y="173945"/>
                </a:cubicBezTo>
                <a:cubicBezTo>
                  <a:pt x="367053" y="173945"/>
                  <a:pt x="367053" y="173945"/>
                  <a:pt x="362631" y="173945"/>
                </a:cubicBezTo>
                <a:cubicBezTo>
                  <a:pt x="367053" y="173945"/>
                  <a:pt x="371475" y="178405"/>
                  <a:pt x="371475" y="178405"/>
                </a:cubicBezTo>
                <a:cubicBezTo>
                  <a:pt x="367053" y="178405"/>
                  <a:pt x="358208" y="173945"/>
                  <a:pt x="353786" y="169485"/>
                </a:cubicBezTo>
                <a:cubicBezTo>
                  <a:pt x="353786" y="173945"/>
                  <a:pt x="362631" y="178405"/>
                  <a:pt x="367053" y="178405"/>
                </a:cubicBezTo>
                <a:cubicBezTo>
                  <a:pt x="367053" y="178405"/>
                  <a:pt x="367053" y="178405"/>
                  <a:pt x="367053" y="182865"/>
                </a:cubicBezTo>
                <a:lnTo>
                  <a:pt x="358208" y="179892"/>
                </a:lnTo>
                <a:lnTo>
                  <a:pt x="358208" y="178405"/>
                </a:lnTo>
                <a:cubicBezTo>
                  <a:pt x="353786" y="178405"/>
                  <a:pt x="353786" y="178405"/>
                  <a:pt x="353786" y="173945"/>
                </a:cubicBezTo>
                <a:cubicBezTo>
                  <a:pt x="353786" y="178405"/>
                  <a:pt x="353786" y="178405"/>
                  <a:pt x="353786" y="178405"/>
                </a:cubicBezTo>
                <a:lnTo>
                  <a:pt x="358208" y="179892"/>
                </a:lnTo>
                <a:lnTo>
                  <a:pt x="358208" y="182865"/>
                </a:lnTo>
                <a:cubicBezTo>
                  <a:pt x="353786" y="182865"/>
                  <a:pt x="349364" y="178405"/>
                  <a:pt x="349364" y="178405"/>
                </a:cubicBezTo>
                <a:cubicBezTo>
                  <a:pt x="349364" y="178405"/>
                  <a:pt x="344941" y="182865"/>
                  <a:pt x="344941" y="187325"/>
                </a:cubicBezTo>
                <a:cubicBezTo>
                  <a:pt x="344941" y="187325"/>
                  <a:pt x="344941" y="187325"/>
                  <a:pt x="340519" y="187325"/>
                </a:cubicBezTo>
                <a:cubicBezTo>
                  <a:pt x="340519" y="187325"/>
                  <a:pt x="340519" y="187325"/>
                  <a:pt x="336097" y="187325"/>
                </a:cubicBezTo>
                <a:cubicBezTo>
                  <a:pt x="331674" y="187325"/>
                  <a:pt x="327252" y="182865"/>
                  <a:pt x="327252" y="182865"/>
                </a:cubicBezTo>
                <a:cubicBezTo>
                  <a:pt x="322830" y="182865"/>
                  <a:pt x="322830" y="182865"/>
                  <a:pt x="322830" y="182865"/>
                </a:cubicBezTo>
                <a:cubicBezTo>
                  <a:pt x="300718" y="178405"/>
                  <a:pt x="283029" y="160564"/>
                  <a:pt x="291873" y="138264"/>
                </a:cubicBezTo>
                <a:cubicBezTo>
                  <a:pt x="278606" y="133804"/>
                  <a:pt x="269762" y="129344"/>
                  <a:pt x="256495" y="129344"/>
                </a:cubicBezTo>
                <a:cubicBezTo>
                  <a:pt x="243228" y="124883"/>
                  <a:pt x="234383" y="120423"/>
                  <a:pt x="221116" y="120423"/>
                </a:cubicBezTo>
                <a:cubicBezTo>
                  <a:pt x="203427" y="115963"/>
                  <a:pt x="190160" y="120423"/>
                  <a:pt x="172471" y="120423"/>
                </a:cubicBezTo>
                <a:cubicBezTo>
                  <a:pt x="145937" y="120423"/>
                  <a:pt x="114981" y="124883"/>
                  <a:pt x="84024" y="129344"/>
                </a:cubicBezTo>
                <a:cubicBezTo>
                  <a:pt x="70757" y="129344"/>
                  <a:pt x="57490" y="129344"/>
                  <a:pt x="44223" y="133804"/>
                </a:cubicBezTo>
                <a:cubicBezTo>
                  <a:pt x="35379" y="133804"/>
                  <a:pt x="26534" y="133804"/>
                  <a:pt x="17690" y="133804"/>
                </a:cubicBezTo>
                <a:cubicBezTo>
                  <a:pt x="13267" y="133804"/>
                  <a:pt x="4423" y="133804"/>
                  <a:pt x="0" y="138264"/>
                </a:cubicBezTo>
                <a:cubicBezTo>
                  <a:pt x="8845" y="129344"/>
                  <a:pt x="30956" y="129344"/>
                  <a:pt x="39801" y="129344"/>
                </a:cubicBezTo>
                <a:cubicBezTo>
                  <a:pt x="57490" y="124883"/>
                  <a:pt x="70757" y="124883"/>
                  <a:pt x="88447" y="120423"/>
                </a:cubicBezTo>
                <a:cubicBezTo>
                  <a:pt x="101714" y="115963"/>
                  <a:pt x="119403" y="115963"/>
                  <a:pt x="132670" y="111503"/>
                </a:cubicBezTo>
                <a:cubicBezTo>
                  <a:pt x="145937" y="111503"/>
                  <a:pt x="159204" y="107043"/>
                  <a:pt x="172471" y="107043"/>
                </a:cubicBezTo>
                <a:cubicBezTo>
                  <a:pt x="190160" y="102583"/>
                  <a:pt x="203427" y="102583"/>
                  <a:pt x="221116" y="102583"/>
                </a:cubicBezTo>
                <a:cubicBezTo>
                  <a:pt x="234383" y="107043"/>
                  <a:pt x="247650" y="111503"/>
                  <a:pt x="265340" y="115963"/>
                </a:cubicBezTo>
                <a:cubicBezTo>
                  <a:pt x="274184" y="120423"/>
                  <a:pt x="287451" y="124883"/>
                  <a:pt x="296296" y="129344"/>
                </a:cubicBezTo>
                <a:cubicBezTo>
                  <a:pt x="305140" y="124883"/>
                  <a:pt x="318407" y="124883"/>
                  <a:pt x="322830" y="120423"/>
                </a:cubicBezTo>
                <a:cubicBezTo>
                  <a:pt x="331674" y="120423"/>
                  <a:pt x="340519" y="120423"/>
                  <a:pt x="344941" y="120423"/>
                </a:cubicBezTo>
                <a:cubicBezTo>
                  <a:pt x="353786" y="107043"/>
                  <a:pt x="371475" y="98123"/>
                  <a:pt x="380320" y="93663"/>
                </a:cubicBezTo>
                <a:cubicBezTo>
                  <a:pt x="393587" y="84742"/>
                  <a:pt x="406854" y="75822"/>
                  <a:pt x="415698" y="66902"/>
                </a:cubicBezTo>
                <a:cubicBezTo>
                  <a:pt x="428965" y="62442"/>
                  <a:pt x="442232" y="53521"/>
                  <a:pt x="455499" y="53521"/>
                </a:cubicBezTo>
                <a:cubicBezTo>
                  <a:pt x="464344" y="44601"/>
                  <a:pt x="477611" y="44601"/>
                  <a:pt x="486456" y="40141"/>
                </a:cubicBezTo>
                <a:cubicBezTo>
                  <a:pt x="504145" y="35681"/>
                  <a:pt x="521834" y="31221"/>
                  <a:pt x="535101" y="31221"/>
                </a:cubicBezTo>
                <a:cubicBezTo>
                  <a:pt x="548368" y="26761"/>
                  <a:pt x="566057" y="26761"/>
                  <a:pt x="574902" y="22301"/>
                </a:cubicBezTo>
                <a:cubicBezTo>
                  <a:pt x="583747" y="17841"/>
                  <a:pt x="592591" y="13380"/>
                  <a:pt x="601436" y="8920"/>
                </a:cubicBezTo>
                <a:cubicBezTo>
                  <a:pt x="605858" y="8920"/>
                  <a:pt x="614703" y="4460"/>
                  <a:pt x="619125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2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오늘 수업을 마치면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이렇게 할 수 있어요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00000" y="1650000"/>
            <a:ext cx="9600000" cy="64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50000" y="1790000"/>
            <a:ext cx="360000" cy="3600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0" y="1650000"/>
            <a:ext cx="87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확률변수와 확률분포의 뜻을 설명할 수 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00000" y="2430000"/>
            <a:ext cx="9600000" cy="64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50000" y="2570000"/>
            <a:ext cx="360000" cy="3600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0" y="2430000"/>
            <a:ext cx="8700000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이산확률변수와 연속확률변수를 구별하고, 확률분포의 성질을 이용해 확률을 구할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800000"/>
            <a:ext cx="12192000" cy="2350000"/>
          </a:xfrm>
          <a:prstGeom prst="rect">
            <a:avLst/>
          </a:prstGeom>
          <a:solidFill>
            <a:srgbClr val="1F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60000" y="3440000"/>
            <a:ext cx="720000" cy="720000"/>
          </a:xfrm>
          <a:prstGeom prst="ellipse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000" y="440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300" b="1">
                <a:solidFill>
                  <a:srgbClr val="9FCBE9"/>
                </a:solidFill>
                <a:latin typeface="Pretendard"/>
                <a:ea typeface="Pretendard"/>
                <a:cs typeface="Pretendard"/>
              </a:rPr>
              <a:t>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000" y="4720000"/>
            <a:ext cx="212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확률변수</a:t>
            </a:r>
          </a:p>
        </p:txBody>
      </p:sp>
      <p:sp>
        <p:nvSpPr>
          <p:cNvPr id="15" name="Oval 14"/>
          <p:cNvSpPr/>
          <p:nvPr/>
        </p:nvSpPr>
        <p:spPr>
          <a:xfrm>
            <a:off x="4342000" y="3440000"/>
            <a:ext cx="720000" cy="720000"/>
          </a:xfrm>
          <a:prstGeom prst="ellipse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000" y="440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300" b="1">
                <a:solidFill>
                  <a:srgbClr val="9FCBE9"/>
                </a:solidFill>
                <a:latin typeface="Pretendard"/>
                <a:ea typeface="Pretendard"/>
                <a:cs typeface="Pretendard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000" y="4720000"/>
            <a:ext cx="212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이산확률분포</a:t>
            </a:r>
          </a:p>
        </p:txBody>
      </p:sp>
      <p:sp>
        <p:nvSpPr>
          <p:cNvPr id="18" name="Oval 17"/>
          <p:cNvSpPr/>
          <p:nvPr/>
        </p:nvSpPr>
        <p:spPr>
          <a:xfrm>
            <a:off x="7124000" y="3440000"/>
            <a:ext cx="720000" cy="720000"/>
          </a:xfrm>
          <a:prstGeom prst="ellipse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4000" y="440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300" b="1">
                <a:solidFill>
                  <a:srgbClr val="9FCBE9"/>
                </a:solidFill>
                <a:latin typeface="Pretendard"/>
                <a:ea typeface="Pretendard"/>
                <a:cs typeface="Pretendard"/>
              </a:rPr>
              <a:t>Step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4000" y="4720000"/>
            <a:ext cx="212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확률질량함수의 성질</a:t>
            </a:r>
          </a:p>
        </p:txBody>
      </p:sp>
      <p:sp>
        <p:nvSpPr>
          <p:cNvPr id="21" name="Oval 20"/>
          <p:cNvSpPr/>
          <p:nvPr/>
        </p:nvSpPr>
        <p:spPr>
          <a:xfrm>
            <a:off x="9906000" y="3440000"/>
            <a:ext cx="720000" cy="720000"/>
          </a:xfrm>
          <a:prstGeom prst="ellipse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6000" y="4400000"/>
            <a:ext cx="21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300" b="1">
                <a:solidFill>
                  <a:srgbClr val="9FCBE9"/>
                </a:solidFill>
                <a:latin typeface="Pretendard"/>
                <a:ea typeface="Pretendard"/>
                <a:cs typeface="Pretendard"/>
              </a:rPr>
              <a:t>Step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6000" y="4720000"/>
            <a:ext cx="212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연속확률변수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생각 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한 개의 동전을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두 번 던져 볼까요?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600000"/>
            <a:ext cx="63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8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앞면을 H, 뒷면을 T라고 할 때, 물음에 답해 보자.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200000"/>
            <a:ext cx="6300000" cy="110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8200" y="2470000"/>
            <a:ext cx="560000" cy="5600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8200" y="2200000"/>
            <a:ext cx="5150000" cy="11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시행의 표본공간 S를 구해 보자.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3500000"/>
            <a:ext cx="6300000" cy="110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68200" y="3770000"/>
            <a:ext cx="560000" cy="5600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8200" y="3500000"/>
            <a:ext cx="5150000" cy="11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앞면이 나온 횟수를 X라고 할 때,</a:t>
            </a:r>
          </a:p>
          <a:p>
            <a:pPr algn="l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근원사건과 X의 값을 짝지어 보자.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900000"/>
            <a:ext cx="6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6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S = { HH, HT, TH, TT }</a:t>
            </a:r>
          </a:p>
        </p:txBody>
      </p:sp>
      <p:pic>
        <p:nvPicPr>
          <p:cNvPr id="13" name="Picture 12" descr="coin.jpg"/>
          <p:cNvPicPr>
            <a:picLocks noChangeAspect="1"/>
          </p:cNvPicPr>
          <p:nvPr/>
        </p:nvPicPr>
        <p:blipFill>
          <a:blip r:embed="rId3"/>
          <a:srcRect l="10885" r="20214"/>
          <a:stretch>
            <a:fillRect/>
          </a:stretch>
        </p:blipFill>
        <p:spPr>
          <a:xfrm>
            <a:off x="7500000" y="1600000"/>
            <a:ext cx="3853800" cy="39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00000" y="5560000"/>
            <a:ext cx="38538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0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사진: Scarygami / CC BY-SA 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확률변수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근원사건마다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실수 하나를 대응시키는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pic>
        <p:nvPicPr>
          <p:cNvPr id="5" name="RandomVariableMap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8200" y="1500000"/>
            <a:ext cx="7000000" cy="3937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50000" y="1750000"/>
            <a:ext cx="3503800" cy="300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00000" y="1950000"/>
            <a:ext cx="3003800" cy="2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1200"/>
              </a:spcAft>
            </a:pPr>
            <a:r>
              <a:rPr lang="ko-KR" altLang="en-US" sz="17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확률변수</a:t>
            </a:r>
          </a:p>
          <a:p>
            <a:pPr algn="l" latinLnBrk="0">
              <a:lnSpc>
                <a:spcPct val="120000"/>
              </a:lnSpc>
              <a:spcAft>
                <a:spcPts val="12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어떤 시행에서 표본공간의 각 근원사건에 하나의 실수를 대응시키는 관계</a:t>
            </a:r>
          </a:p>
          <a:p>
            <a:pPr algn="l" latinLnBrk="0">
              <a:lnSpc>
                <a:spcPct val="120000"/>
              </a:lnSpc>
              <a:spcAft>
                <a:spcPts val="12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앞면이 나온 횟수 X는 확률변수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65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확률변수는 보통 X, Y, Z, …로, 확률변수가 취하는 값은 x, y, z, … 또는 x</a:t>
            </a:r>
            <a:r>
              <a:rPr lang="ko-KR" altLang="en-US" sz="1400" b="0" baseline="-2500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, x</a:t>
            </a:r>
            <a:r>
              <a:rPr lang="ko-KR" altLang="en-US" sz="1400" b="0" baseline="-2500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4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, …으로 나타낸다.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확률변수는 자판기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버튼을 누르면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정해진 숫자가 나온다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pic>
        <p:nvPicPr>
          <p:cNvPr id="5" name="Picture 4" descr="vending.jpg"/>
          <p:cNvPicPr>
            <a:picLocks noChangeAspect="1"/>
          </p:cNvPicPr>
          <p:nvPr/>
        </p:nvPicPr>
        <p:blipFill>
          <a:blip r:embed="rId3"/>
          <a:srcRect t="2398" b="3597"/>
          <a:stretch>
            <a:fillRect/>
          </a:stretch>
        </p:blipFill>
        <p:spPr>
          <a:xfrm>
            <a:off x="838200" y="1550000"/>
            <a:ext cx="3300000" cy="44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6060000"/>
            <a:ext cx="33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0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사진: MApoCE / CC BY-SA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8200" y="1700000"/>
            <a:ext cx="1150000" cy="3400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8200" y="1700000"/>
            <a:ext cx="11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0000" y="1600000"/>
            <a:ext cx="3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600" b="1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자판기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1600000"/>
            <a:ext cx="32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6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확률변수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0000" y="2100000"/>
            <a:ext cx="3000000" cy="7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0000" y="2100000"/>
            <a:ext cx="280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자판기 버튼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0000" y="2100000"/>
            <a:ext cx="55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000" y="2100000"/>
            <a:ext cx="3250000" cy="780000"/>
          </a:xfrm>
          <a:prstGeom prst="roundRect">
            <a:avLst>
              <a:gd name="adj" fmla="val 8000"/>
            </a:avLst>
          </a:prstGeom>
          <a:solidFill>
            <a:srgbClr val="1F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0000" y="2100000"/>
            <a:ext cx="305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근원사건 (HH, HT, …)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0000" y="3050000"/>
            <a:ext cx="3000000" cy="7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50000" y="3050000"/>
            <a:ext cx="280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표시된 가격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3050000"/>
            <a:ext cx="55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0000" y="3050000"/>
            <a:ext cx="3250000" cy="780000"/>
          </a:xfrm>
          <a:prstGeom prst="roundRect">
            <a:avLst>
              <a:gd name="adj" fmla="val 8000"/>
            </a:avLst>
          </a:prstGeom>
          <a:solidFill>
            <a:srgbClr val="1F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00000" y="3050000"/>
            <a:ext cx="305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확률변수 X의 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0000" y="4000000"/>
            <a:ext cx="3000000" cy="7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50000" y="4000000"/>
            <a:ext cx="280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가격이 같은 음료가 여러 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0000" y="4000000"/>
            <a:ext cx="55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0000" y="4000000"/>
            <a:ext cx="3250000" cy="780000"/>
          </a:xfrm>
          <a:prstGeom prst="roundRect">
            <a:avLst>
              <a:gd name="adj" fmla="val 8000"/>
            </a:avLst>
          </a:prstGeom>
          <a:solidFill>
            <a:srgbClr val="1F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00000" y="4000000"/>
            <a:ext cx="305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HT, TH → 모두 X =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0000" y="4950000"/>
            <a:ext cx="3000000" cy="7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50000" y="4950000"/>
            <a:ext cx="280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버튼 하나에 가격은 하나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0000" y="4950000"/>
            <a:ext cx="55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0000" y="4950000"/>
            <a:ext cx="3250000" cy="780000"/>
          </a:xfrm>
          <a:prstGeom prst="roundRect">
            <a:avLst>
              <a:gd name="adj" fmla="val 8000"/>
            </a:avLst>
          </a:prstGeom>
          <a:solidFill>
            <a:srgbClr val="1F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0000" y="4950000"/>
            <a:ext cx="3050000" cy="7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근원사건마다 X의 값은 하나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이산확률변수와 확률분포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값을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셀 수 있는 확률변수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1700000"/>
            <a:ext cx="3350000" cy="270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8200" y="1700000"/>
            <a:ext cx="3350000" cy="12000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8200" y="2050000"/>
            <a:ext cx="28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이산확률변수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200" y="2700000"/>
            <a:ext cx="28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12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확률변수 X가 취하는 값이 유한개이거나 자연수처럼 셀 수 있을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8200" y="1700000"/>
            <a:ext cx="3350000" cy="270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8200" y="1700000"/>
            <a:ext cx="3350000" cy="120000"/>
          </a:xfrm>
          <a:prstGeom prst="rect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8200" y="2050000"/>
            <a:ext cx="28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2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확률분포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200" y="2700000"/>
            <a:ext cx="28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12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X가 취하는 값 x</a:t>
            </a:r>
            <a:r>
              <a:rPr lang="ko-KR" altLang="en-US" sz="18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x</a:t>
            </a:r>
            <a:r>
              <a:rPr lang="ko-KR" altLang="en-US" sz="18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…, x</a:t>
            </a:r>
            <a:r>
              <a:rPr lang="ko-KR" altLang="en-US" sz="18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 각 값에 대응하는 확률 p</a:t>
            </a:r>
            <a:r>
              <a:rPr lang="ko-KR" altLang="en-US" sz="18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p</a:t>
            </a:r>
            <a:r>
              <a:rPr lang="ko-KR" altLang="en-US" sz="18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…, p</a:t>
            </a:r>
            <a:r>
              <a:rPr lang="ko-KR" altLang="en-US" sz="18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사이의 관계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8200" y="1700000"/>
            <a:ext cx="3350000" cy="270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38200" y="1700000"/>
            <a:ext cx="3350000" cy="120000"/>
          </a:xfrm>
          <a:prstGeom prst="rect">
            <a:avLst/>
          </a:prstGeom>
          <a:solidFill>
            <a:srgbClr val="7BB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8200" y="2050000"/>
            <a:ext cx="2800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200" b="1">
                <a:solidFill>
                  <a:srgbClr val="9FCBE9"/>
                </a:solidFill>
                <a:latin typeface="Pretendard"/>
                <a:ea typeface="Pretendard"/>
                <a:cs typeface="Pretendard"/>
              </a:rPr>
              <a:t>확률질량함수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200" y="2700000"/>
            <a:ext cx="28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12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확률분포를 나타내는 함수</a:t>
            </a:r>
          </a:p>
          <a:p>
            <a:pPr algn="l" latinLnBrk="0">
              <a:lnSpc>
                <a:spcPct val="120000"/>
              </a:lnSpc>
              <a:spcAft>
                <a:spcPts val="12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P(X = x</a:t>
            </a:r>
            <a:r>
              <a:rPr lang="ko-KR" altLang="en-US" sz="18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) = p</a:t>
            </a:r>
            <a:r>
              <a:rPr lang="ko-KR" altLang="en-US" sz="18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(i = 1, 2, …, 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850000"/>
            <a:ext cx="10515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6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이산확률변수 X가 값 x를 취할 확률은 기호로 P(X = x)와 같이 나타낸다.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확률분포를 표와 그래프로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동전 두 번 던지기 ·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앞면의 횟수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1650000"/>
          <a:ext cx="4300000" cy="11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X</a:t>
                      </a:r>
                    </a:p>
                  </a:txBody>
                  <a:tcPr anchor="ctr">
                    <a:solidFill>
                      <a:srgbClr val="1F60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</a:p>
                  </a:txBody>
                  <a:tcPr anchor="ctr">
                    <a:solidFill>
                      <a:srgbClr val="2C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anchor="ctr">
                    <a:solidFill>
                      <a:srgbClr val="2C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anchor="ctr">
                    <a:solidFill>
                      <a:srgbClr val="2C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>
                    <a:solidFill>
                      <a:srgbClr val="2C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P(X = x)</a:t>
                      </a:r>
                    </a:p>
                  </a:txBody>
                  <a:tcPr anchor="ctr">
                    <a:solidFill>
                      <a:srgbClr val="1F60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1/4</a:t>
                      </a:r>
                    </a:p>
                  </a:txBody>
                  <a:tcPr anchor="ctr">
                    <a:solidFill>
                      <a:srgbClr val="3441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1/2</a:t>
                      </a:r>
                    </a:p>
                  </a:txBody>
                  <a:tcPr anchor="ctr">
                    <a:solidFill>
                      <a:srgbClr val="3441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1/4</a:t>
                      </a:r>
                    </a:p>
                  </a:txBody>
                  <a:tcPr anchor="ctr">
                    <a:solidFill>
                      <a:srgbClr val="3441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anchor="ctr">
                    <a:solidFill>
                      <a:srgbClr val="3441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8200" y="3000000"/>
            <a:ext cx="4300000" cy="2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10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X = 0 : TT → 1/4</a:t>
            </a:r>
          </a:p>
          <a:p>
            <a:pPr algn="l" latinLnBrk="0">
              <a:lnSpc>
                <a:spcPct val="120000"/>
              </a:lnSpc>
              <a:spcAft>
                <a:spcPts val="10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X = 1 : HT, TH → 1/2</a:t>
            </a:r>
          </a:p>
          <a:p>
            <a:pPr algn="l" latinLnBrk="0">
              <a:lnSpc>
                <a:spcPct val="120000"/>
              </a:lnSpc>
              <a:spcAft>
                <a:spcPts val="10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X = 2 : HH → 1/4</a:t>
            </a:r>
          </a:p>
          <a:p>
            <a:pPr algn="l" latinLnBrk="0">
              <a:lnSpc>
                <a:spcPct val="120000"/>
              </a:lnSpc>
              <a:spcAft>
                <a:spcPts val="10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확률을 모두 더하면 </a:t>
            </a:r>
            <a:r>
              <a:rPr lang="ko-KR" altLang="en-US" sz="18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pic>
        <p:nvPicPr>
          <p:cNvPr id="7" name="CoinDistribution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50000" y="1550000"/>
            <a:ext cx="6403800" cy="3602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확률질량함수의 성질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이산확률변수 X의 확률질량함수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P(X = x</a:t>
            </a:r>
            <a:r>
              <a:rPr lang="ko-KR" altLang="en-US" sz="1500" b="0" baseline="-2500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) = p</a:t>
            </a:r>
            <a:r>
              <a:rPr lang="ko-KR" altLang="en-US" sz="1500" b="0" baseline="-2500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1650000"/>
            <a:ext cx="6300000" cy="10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8200" y="1910000"/>
            <a:ext cx="560000" cy="5600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8200" y="1820000"/>
            <a:ext cx="5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 ≤ p</a:t>
            </a:r>
            <a:r>
              <a:rPr lang="ko-KR" altLang="en-US" sz="2100" b="1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≤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8200" y="2290000"/>
            <a:ext cx="520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각 확률은 0 이상 1 이하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900000"/>
            <a:ext cx="6300000" cy="10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8200" y="3160000"/>
            <a:ext cx="560000" cy="560000"/>
          </a:xfrm>
          <a:prstGeom prst="ellipse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8200" y="3070000"/>
            <a:ext cx="5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</a:t>
            </a:r>
            <a:r>
              <a:rPr lang="ko-KR" altLang="en-US" sz="2100" b="1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+ p</a:t>
            </a:r>
            <a:r>
              <a:rPr lang="ko-KR" altLang="en-US" sz="2100" b="1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+ … + p</a:t>
            </a:r>
            <a:r>
              <a:rPr lang="ko-KR" altLang="en-US" sz="2100" b="1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</a:t>
            </a: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8200" y="3540000"/>
            <a:ext cx="520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확률을 모두 더하면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200" y="4150000"/>
            <a:ext cx="6300000" cy="10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8200" y="4410000"/>
            <a:ext cx="560000" cy="560000"/>
          </a:xfrm>
          <a:prstGeom prst="ellipse">
            <a:avLst/>
          </a:prstGeom>
          <a:solidFill>
            <a:srgbClr val="7BB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8200" y="4320000"/>
            <a:ext cx="5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P(x</a:t>
            </a:r>
            <a:r>
              <a:rPr lang="ko-KR" altLang="en-US" sz="2100" b="1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≤ X ≤ x</a:t>
            </a:r>
            <a:r>
              <a:rPr lang="ko-KR" altLang="en-US" sz="2100" b="1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</a:t>
            </a: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) = p</a:t>
            </a:r>
            <a:r>
              <a:rPr lang="ko-KR" altLang="en-US" sz="2100" b="1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+ … + p</a:t>
            </a:r>
            <a:r>
              <a:rPr lang="ko-KR" altLang="en-US" sz="2100" b="1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8200" y="4790000"/>
            <a:ext cx="5200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구간의 확률은 그 안의 확률을 더한 것</a:t>
            </a:r>
          </a:p>
        </p:txBody>
      </p:sp>
      <p:pic>
        <p:nvPicPr>
          <p:cNvPr id="17" name="Picture 16" descr="pizza.jpg"/>
          <p:cNvPicPr>
            <a:picLocks noChangeAspect="1"/>
          </p:cNvPicPr>
          <p:nvPr/>
        </p:nvPicPr>
        <p:blipFill>
          <a:blip r:embed="rId3"/>
          <a:srcRect t="2428" b="2428"/>
          <a:stretch>
            <a:fillRect/>
          </a:stretch>
        </p:blipFill>
        <p:spPr>
          <a:xfrm>
            <a:off x="7500000" y="1650000"/>
            <a:ext cx="3853800" cy="275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00000" y="4460000"/>
            <a:ext cx="38538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0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사진: Mohammed Kateregga / CC0 1.0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50000" y="1800000"/>
            <a:ext cx="1150000" cy="3400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50000" y="1800000"/>
            <a:ext cx="11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0000" y="4750000"/>
            <a:ext cx="38538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피자 </a:t>
            </a:r>
            <a:r>
              <a:rPr lang="ko-KR" altLang="en-US" sz="18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한 판 = 1</a:t>
            </a:r>
          </a:p>
          <a:p>
            <a:pPr algn="ctr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조각을 모두 모으면 다시 한 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예제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주머니에서 공 꺼내기 ·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확률분포 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1550000"/>
            <a:ext cx="10515600" cy="90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200" y="1550000"/>
            <a:ext cx="100156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흰 공 3개, 검은 공 2개가 들어 있는 주머니에서 임의로 2개의 공을 동시에 꺼낼 때, 흰 공의 개수를 X라고 하자.</a:t>
            </a:r>
          </a:p>
          <a:p>
            <a:pPr algn="l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⑴ X의 확률분포를 표로 나타내시오.   ⑵ P(X ≥ 1)을 구하시오.</a:t>
            </a:r>
          </a:p>
        </p:txBody>
      </p:sp>
      <p:pic>
        <p:nvPicPr>
          <p:cNvPr id="7" name="BallDraw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8200" y="2600000"/>
            <a:ext cx="5900000" cy="3318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50000" y="2650000"/>
            <a:ext cx="4603800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P(X=0) = ₂C₂ / ₅C₂ = 1/10</a:t>
            </a:r>
          </a:p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P(X=1) = ₃C₁·₂C₁ / ₅C₂ = 6/10</a:t>
            </a:r>
          </a:p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P(X=2) = ₃C₂ / ₅C₂ = 3/10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50000" y="3950000"/>
          <a:ext cx="4603800" cy="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X</a:t>
                      </a:r>
                    </a:p>
                  </a:txBody>
                  <a:tcPr anchor="ctr">
                    <a:solidFill>
                      <a:srgbClr val="1F60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</a:p>
                  </a:txBody>
                  <a:tcPr anchor="ctr">
                    <a:solidFill>
                      <a:srgbClr val="2C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anchor="ctr">
                    <a:solidFill>
                      <a:srgbClr val="2C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anchor="ctr">
                    <a:solidFill>
                      <a:srgbClr val="2C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>
                    <a:solidFill>
                      <a:srgbClr val="2C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</a:t>
                      </a:r>
                    </a:p>
                  </a:txBody>
                  <a:tcPr anchor="ctr">
                    <a:solidFill>
                      <a:srgbClr val="1F60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1/10</a:t>
                      </a:r>
                    </a:p>
                  </a:txBody>
                  <a:tcPr anchor="ctr">
                    <a:solidFill>
                      <a:srgbClr val="3441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6/10</a:t>
                      </a:r>
                    </a:p>
                  </a:txBody>
                  <a:tcPr anchor="ctr">
                    <a:solidFill>
                      <a:srgbClr val="3441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3/10</a:t>
                      </a:r>
                    </a:p>
                  </a:txBody>
                  <a:tcPr anchor="ctr">
                    <a:solidFill>
                      <a:srgbClr val="3441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anchor="ctr">
                    <a:solidFill>
                      <a:srgbClr val="3441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750000" y="5000000"/>
            <a:ext cx="4603800" cy="850000"/>
          </a:xfrm>
          <a:prstGeom prst="roundRect">
            <a:avLst>
              <a:gd name="adj" fmla="val 8000"/>
            </a:avLst>
          </a:prstGeom>
          <a:solidFill>
            <a:srgbClr val="1F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30000" y="5000000"/>
            <a:ext cx="4243800" cy="8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⑵ P(X ≥ 1) = 6/10 + 3/10 = </a:t>
            </a:r>
            <a:r>
              <a:rPr lang="ko-KR" altLang="en-US" sz="17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9/10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이산 vs 연속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계단과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경사로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pic>
        <p:nvPicPr>
          <p:cNvPr id="5" name="Picture 4" descr="stairs_ramp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8200" y="1550000"/>
            <a:ext cx="5600000" cy="42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5810000"/>
            <a:ext cx="56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0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사진: John Robert McPherson / CC0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8200" y="1700000"/>
            <a:ext cx="1150000" cy="3400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8200" y="1700000"/>
            <a:ext cx="11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50000" y="1550000"/>
            <a:ext cx="4603800" cy="195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50000" y="1550000"/>
            <a:ext cx="110000" cy="1950000"/>
          </a:xfrm>
          <a:prstGeom prst="rect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0000" y="1750000"/>
            <a:ext cx="41038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계단 = 이산확률변수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00" y="2300000"/>
            <a:ext cx="41038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칸, 두 칸… 값이 띄엄띄엄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예) 주사위 눈, 앞면의 횟수, 사람 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50000" y="3700000"/>
            <a:ext cx="4603800" cy="195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50000" y="3700000"/>
            <a:ext cx="110000" cy="1950000"/>
          </a:xfrm>
          <a:prstGeom prst="rect">
            <a:avLst/>
          </a:prstGeom>
          <a:solidFill>
            <a:srgbClr val="9FC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0000" y="3900000"/>
            <a:ext cx="41038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9FCBE9"/>
                </a:solidFill>
                <a:latin typeface="Pretendard"/>
                <a:ea typeface="Pretendard"/>
                <a:cs typeface="Pretendard"/>
              </a:rPr>
              <a:t>경사로 = 연속확률변수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00" y="4450000"/>
            <a:ext cx="41038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어느 높이에나 설 수 있다 → 범위 안의 모든 실수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예) 키, 몸무게, 기다리는 시간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막대를 잘게 쪼개면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이산에서 연속으로 ·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히스토그램이 곡선이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pic>
        <p:nvPicPr>
          <p:cNvPr id="5" name="DiscreteToContinuou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96000" y="1400000"/>
            <a:ext cx="7800000" cy="438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5850000"/>
            <a:ext cx="105156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연속확률변수에서는 막대의 높이 대신 </a:t>
            </a:r>
            <a:r>
              <a:rPr lang="ko-KR" altLang="en-US" sz="17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곡선 아래의 넓이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 확률이 된다.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연속확률변수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기다리는 시간처럼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어떤 범위의 모든 실수 값을 취할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pic>
        <p:nvPicPr>
          <p:cNvPr id="5" name="Picture 4" descr="subway.jpg"/>
          <p:cNvPicPr>
            <a:picLocks noChangeAspect="1"/>
          </p:cNvPicPr>
          <p:nvPr/>
        </p:nvPicPr>
        <p:blipFill>
          <a:blip r:embed="rId5"/>
          <a:srcRect t="15676" b="10450"/>
          <a:stretch>
            <a:fillRect/>
          </a:stretch>
        </p:blipFill>
        <p:spPr>
          <a:xfrm>
            <a:off x="838200" y="1550000"/>
            <a:ext cx="3700000" cy="20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3660000"/>
            <a:ext cx="37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0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사진: Kaitak89 / CC BY-SA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900000"/>
            <a:ext cx="37000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10분 간격 지하철역에 아무 때나 도착할 때, 기다리는 시간 X(분)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0 ≤ X ≤ 10인 </a:t>
            </a:r>
            <a:r>
              <a:rPr lang="ko-KR" altLang="en-US" sz="15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모든 실수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확률 = 그래프 아래 </a:t>
            </a:r>
            <a:r>
              <a:rPr lang="ko-KR" altLang="en-US" sz="15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넓이</a:t>
            </a:r>
          </a:p>
        </p:txBody>
      </p:sp>
      <p:pic>
        <p:nvPicPr>
          <p:cNvPr id="8" name="UniformArea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750000" y="1600000"/>
            <a:ext cx="6803800" cy="3827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확률밀도함수의 성질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연속확률변수 X (α ≤ X ≤ β)의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확률밀도함수 f(x)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1650000"/>
            <a:ext cx="10515600" cy="9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0000" y="1870000"/>
            <a:ext cx="540000" cy="5400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0000" y="1790000"/>
            <a:ext cx="920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f(x) ≥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230000"/>
            <a:ext cx="92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그래프는 x축보다 아래로 내려가지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200" y="2800000"/>
            <a:ext cx="10515600" cy="9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0000" y="3020000"/>
            <a:ext cx="540000" cy="540000"/>
          </a:xfrm>
          <a:prstGeom prst="ellipse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0000" y="2940000"/>
            <a:ext cx="920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y = f(x)와 x축, x = α, x = β로 둘러싸인 넓이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0000" y="3380000"/>
            <a:ext cx="92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전체 확률은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200" y="3950000"/>
            <a:ext cx="10515600" cy="98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0000" y="4170000"/>
            <a:ext cx="540000" cy="540000"/>
          </a:xfrm>
          <a:prstGeom prst="ellipse">
            <a:avLst/>
          </a:prstGeom>
          <a:solidFill>
            <a:srgbClr val="7BB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0000" y="4090000"/>
            <a:ext cx="92000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P(a ≤ X ≤ b) = x = a, x = b 사이의 넓이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0000" y="4530000"/>
            <a:ext cx="92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(단, α ≤ a ≤ b ≤ β)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" y="5200000"/>
            <a:ext cx="10515600" cy="750000"/>
          </a:xfrm>
          <a:prstGeom prst="roundRect">
            <a:avLst>
              <a:gd name="adj" fmla="val 8000"/>
            </a:avLst>
          </a:prstGeom>
          <a:solidFill>
            <a:srgbClr val="1F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00000" y="5200000"/>
            <a:ext cx="10000000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이산확률변수는 확률의 </a:t>
            </a:r>
            <a:r>
              <a:rPr lang="ko-KR" altLang="en-US" sz="18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합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연속확률변수는 그래프 아래의 </a:t>
            </a:r>
            <a:r>
              <a:rPr lang="ko-KR" altLang="en-US" sz="18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넓이</a:t>
            </a:r>
            <a:r>
              <a:rPr lang="ko-KR" altLang="en-US"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 확률을 구한다.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질량 vs 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확률'질량'함수와 확률'밀도'함수,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이름에 담긴 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pic>
        <p:nvPicPr>
          <p:cNvPr id="5" name="Picture 4" descr="weights.jpg"/>
          <p:cNvPicPr>
            <a:picLocks noChangeAspect="1"/>
          </p:cNvPicPr>
          <p:nvPr/>
        </p:nvPicPr>
        <p:blipFill>
          <a:blip r:embed="rId3"/>
          <a:srcRect t="47734"/>
          <a:stretch>
            <a:fillRect/>
          </a:stretch>
        </p:blipFill>
        <p:spPr>
          <a:xfrm>
            <a:off x="838200" y="1550000"/>
            <a:ext cx="5107800" cy="25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4110000"/>
            <a:ext cx="51078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0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사진: Poussin jean / CC BY-SA 3.0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8200" y="1700000"/>
            <a:ext cx="1150000" cy="3400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8200" y="1700000"/>
            <a:ext cx="11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400000"/>
            <a:ext cx="51078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추 = 확률질량함수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950000"/>
            <a:ext cx="51078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무게가 정해진 </a:t>
            </a:r>
            <a:r>
              <a:rPr lang="ko-KR" altLang="en-US" sz="16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몇 개의 점</a:t>
            </a: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에 몰려 있다</a:t>
            </a:r>
          </a:p>
          <a:p>
            <a:pPr algn="ctr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값마다 확률 P(X = x)가 있다</a:t>
            </a:r>
          </a:p>
        </p:txBody>
      </p:sp>
      <p:pic>
        <p:nvPicPr>
          <p:cNvPr id="11" name="Picture 10" descr="sand.jpg"/>
          <p:cNvPicPr>
            <a:picLocks noChangeAspect="1"/>
          </p:cNvPicPr>
          <p:nvPr/>
        </p:nvPicPr>
        <p:blipFill>
          <a:blip r:embed="rId4"/>
          <a:srcRect t="13303" b="13303"/>
          <a:stretch>
            <a:fillRect/>
          </a:stretch>
        </p:blipFill>
        <p:spPr>
          <a:xfrm>
            <a:off x="6246000" y="1550000"/>
            <a:ext cx="5107800" cy="25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6000" y="4110000"/>
            <a:ext cx="51078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0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사진: W.carter / CC BY-SA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6000" y="4400000"/>
            <a:ext cx="51078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100" b="1">
                <a:solidFill>
                  <a:srgbClr val="9FCBE9"/>
                </a:solidFill>
                <a:latin typeface="Pretendard"/>
                <a:ea typeface="Pretendard"/>
                <a:cs typeface="Pretendard"/>
              </a:rPr>
              <a:t>모래 = 확률밀도함수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000" y="4950000"/>
            <a:ext cx="51078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무게가 </a:t>
            </a:r>
            <a:r>
              <a:rPr lang="ko-KR" altLang="en-US" sz="16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고르게 퍼져</a:t>
            </a: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있다</a:t>
            </a:r>
          </a:p>
          <a:p>
            <a:pPr algn="ctr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점의 확률은 0, 구간의 넓이로 잰다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확인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스스로 풀어 보세요 ·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3문항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1650000"/>
            <a:ext cx="10515600" cy="125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0000" y="1995000"/>
            <a:ext cx="560000" cy="56000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0000" y="1650000"/>
            <a:ext cx="91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100원짜리 동전 3개를 동시에 던질 때, 앞면이 나오는 개수 X가 취하는 값을 모두 구하시오.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100000"/>
            <a:ext cx="10515600" cy="125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0000" y="3445000"/>
            <a:ext cx="560000" cy="560000"/>
          </a:xfrm>
          <a:prstGeom prst="ellipse">
            <a:avLst/>
          </a:prstGeom>
          <a:solidFill>
            <a:srgbClr val="409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0000" y="3100000"/>
            <a:ext cx="91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확률변수 X의 확률질량함수가 P(X = x) = kx (x = 1, 2, 3, 4)일 때, 상수 k의 값과 P(X ≥ 3)을 구하시오.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" y="4550000"/>
            <a:ext cx="10515600" cy="125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00000" y="4895000"/>
            <a:ext cx="560000" cy="560000"/>
          </a:xfrm>
          <a:prstGeom prst="ellipse">
            <a:avLst/>
          </a:prstGeom>
          <a:solidFill>
            <a:srgbClr val="7BB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2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0000" y="4550000"/>
            <a:ext cx="9100000" cy="12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9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연속확률변수 X의 확률밀도함수가 f(x) = x/2 (0 ≤ x ≤ 2)일 때, P(0 ≤ X ≤ 1)을 구하시오.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정답과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오늘 배운 내용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600000"/>
            <a:ext cx="5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0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2100000"/>
            <a:ext cx="5000000" cy="76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0000" y="2100000"/>
            <a:ext cx="4600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0, 1, 2, 3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020000"/>
            <a:ext cx="5000000" cy="114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0000" y="3020000"/>
            <a:ext cx="4600000" cy="11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k(1+2+3+4) = 1 → k = 1/10</a:t>
            </a:r>
          </a:p>
          <a:p>
            <a:pPr algn="l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   P(X ≥ 3) = 3/10 + 4/10 = 7/10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200" y="4320000"/>
            <a:ext cx="5000000" cy="760000"/>
          </a:xfrm>
          <a:prstGeom prst="roundRect">
            <a:avLst>
              <a:gd name="adj" fmla="val 8000"/>
            </a:avLst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4600000" cy="7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200"/>
              </a:spcAft>
            </a:pPr>
            <a:r>
              <a:rPr lang="ko-KR" altLang="en-US"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밑변 1, 높이 1/2인 삼각형의 넓이 → 1/4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0" y="1600000"/>
            <a:ext cx="50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20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핵심 정리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000" y="2100000"/>
            <a:ext cx="4950000" cy="3700000"/>
          </a:xfrm>
          <a:prstGeom prst="roundRect">
            <a:avLst>
              <a:gd name="adj" fmla="val 8000"/>
            </a:avLst>
          </a:prstGeom>
          <a:solidFill>
            <a:srgbClr val="1F60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0000" y="2300000"/>
            <a:ext cx="4500000" cy="3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14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7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확률변수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: 근원사건 → 실수 (자판기)</a:t>
            </a:r>
          </a:p>
          <a:p>
            <a:pPr algn="l" latinLnBrk="0">
              <a:lnSpc>
                <a:spcPct val="120000"/>
              </a:lnSpc>
              <a:spcAft>
                <a:spcPts val="14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7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이산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: 값이 띄엄띄엄 (계단)
   P(X = x</a:t>
            </a:r>
            <a:r>
              <a:rPr lang="ko-KR" altLang="en-US" sz="17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) = p</a:t>
            </a:r>
            <a:r>
              <a:rPr lang="ko-KR" altLang="en-US" sz="17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 Σ p</a:t>
            </a:r>
            <a:r>
              <a:rPr lang="ko-KR" altLang="en-US" sz="1700" b="0" baseline="-250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= 1 (피자)</a:t>
            </a:r>
          </a:p>
          <a:p>
            <a:pPr algn="l" latinLnBrk="0">
              <a:lnSpc>
                <a:spcPct val="120000"/>
              </a:lnSpc>
              <a:spcAft>
                <a:spcPts val="1400"/>
              </a:spcAft>
            </a:pP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</a:t>
            </a:r>
            <a:r>
              <a:rPr lang="ko-KR" altLang="en-US" sz="1700" b="1">
                <a:solidFill>
                  <a:srgbClr val="7BB8E1"/>
                </a:solidFill>
                <a:latin typeface="Pretendard"/>
                <a:ea typeface="Pretendard"/>
                <a:cs typeface="Pretendard"/>
              </a:rPr>
              <a:t>연속</a:t>
            </a:r>
            <a:r>
              <a:rPr lang="ko-KR" altLang="en-US"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: 범위 안의 모든 실수 (경사로)
   확률 = 밀도함수 아래 넓이 (모래)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0000"/>
            <a:ext cx="1219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3600" b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이미지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0000"/>
            <a:ext cx="12192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5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모든 사진은 </a:t>
            </a:r>
            <a:r>
              <a:rPr lang="ko-KR" altLang="en-US" sz="1500" b="0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CC 라이선스 / 퍼블릭 도메인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215" y="638226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600"/>
              </a:spcAft>
            </a:pPr>
            <a:r>
              <a:rPr lang="ko-KR" altLang="en-US" sz="1200" b="1">
                <a:solidFill>
                  <a:srgbClr val="4098D4"/>
                </a:solidFill>
                <a:latin typeface="Pretendard"/>
                <a:ea typeface="Pretendard"/>
                <a:cs typeface="Pretendard"/>
              </a:rPr>
              <a:t>확률과 통계</a:t>
            </a:r>
            <a:r>
              <a:rPr lang="ko-KR" altLang="en-US" sz="12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  ·  Ⅲ. 통계 › 1. 확률분포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650000"/>
            <a:ext cx="10515600" cy="3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coin.jpg — Coin tossing / Scarygami / CC BY-SA 2.0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vending.jpg — HK TST Space Museum Vita Lemon Tea Vending machine / MApoCE / CC BY-SA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pizza.jpg — A whole pizza / Mohammed Kateregga / CC0 1.0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stairs_ramp.jpg — Access ramp co-located with stairs, Adelaide Street Brisbane / John Robert McPherson / CC0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subway.jpg — Seoul subway 723 Yongmasan station platform / Kaitak89 / CC BY-SA 3.0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weights.jpg — Balance à tabac 1850 / Poussin jean / CC BY-SA 3.0</a:t>
            </a:r>
          </a:p>
          <a:p>
            <a:pPr algn="l" latinLnBrk="0">
              <a:lnSpc>
                <a:spcPct val="120000"/>
              </a:lnSpc>
              <a:spcAft>
                <a:spcPts val="800"/>
              </a:spcAft>
            </a:pPr>
            <a:r>
              <a:rPr lang="ko-KR" altLang="en-US"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• sand.jpg — Pile of sand by the soccer fields at Brastad Arena / W.carter / CC BY-SA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300000"/>
            <a:ext cx="10515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원본 링크: lectures\1강\images\출처.md</a:t>
            </a:r>
          </a:p>
          <a:p>
            <a:pPr algn="l" latinLnBrk="0">
              <a:lnSpc>
                <a:spcPct val="120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B4C0CE"/>
                </a:solidFill>
                <a:latin typeface="Pretendard"/>
                <a:ea typeface="Pretendard"/>
                <a:cs typeface="Pretendard"/>
              </a:rPr>
              <a:t>애니메이션: manim (Community Edition)으로 제작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2786" y="2883180"/>
            <a:ext cx="31064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Pretendard" pitchFamily="2" charset="0"/>
                <a:ea typeface="Pretendard"/>
              </a:rPr>
              <a:t>수고하셨습니다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4791" y="3574710"/>
            <a:ext cx="2982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spc="400">
                <a:solidFill>
                  <a:schemeClr val="bg1"/>
                </a:solidFill>
                <a:latin typeface="Pretendard"/>
                <a:ea typeface="Pretendard"/>
              </a:rPr>
              <a:t>다음 시간: 이산확률변수의 기댓값과 표준편차</a:t>
            </a:r>
          </a:p>
        </p:txBody>
      </p:sp>
    </p:spTree>
    <p:extLst>
      <p:ext uri="{BB962C8B-B14F-4D97-AF65-F5344CB8AC3E}">
        <p14:creationId xmlns:p14="http://schemas.microsoft.com/office/powerpoint/2010/main" val="674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08B"/>
      </a:accent1>
      <a:accent2>
        <a:srgbClr val="2980B9"/>
      </a:accent2>
      <a:accent3>
        <a:srgbClr val="4098D4"/>
      </a:accent3>
      <a:accent4>
        <a:srgbClr val="7BB8E1"/>
      </a:accent4>
      <a:accent5>
        <a:srgbClr val="9FCBE9"/>
      </a:accent5>
      <a:accent6>
        <a:srgbClr val="C6E0F2"/>
      </a:accent6>
      <a:hlink>
        <a:srgbClr val="0563C1"/>
      </a:hlink>
      <a:folHlink>
        <a:srgbClr val="954F72"/>
      </a:folHlink>
    </a:clrScheme>
    <a:fontScheme name="Forest">
      <a:majorFont>
        <a:latin typeface="Raleway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8248</TotalTime>
  <Words>1775</Words>
  <Application>Microsoft Office PowerPoint</Application>
  <PresentationFormat>와이드스크린</PresentationFormat>
  <Paragraphs>220</Paragraphs>
  <Slides>18</Slides>
  <Notes>17</Notes>
  <HiddenSlides>0</HiddenSlides>
  <MMClips>5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Pretendard</vt:lpstr>
      <vt:lpstr>Pretendard Light</vt:lpstr>
      <vt:lpstr>Arial</vt:lpstr>
      <vt:lpstr>Calibri</vt:lpstr>
      <vt:lpstr>Calibri Light</vt:lpstr>
      <vt:lpstr>Raleway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Ocvembor</dc:creator>
  <cp:lastModifiedBy>KDP</cp:lastModifiedBy>
  <cp:revision>597</cp:revision>
  <dcterms:created xsi:type="dcterms:W3CDTF">2016-06-11T10:16:46Z</dcterms:created>
  <dcterms:modified xsi:type="dcterms:W3CDTF">2026-10-20T01:37:22Z</dcterms:modified>
</cp:coreProperties>
</file>